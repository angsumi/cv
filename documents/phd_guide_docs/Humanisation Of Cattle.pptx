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7A5890-C7CF-47B5-876C-B4D9E55AAF53}" type="doc">
      <dgm:prSet loTypeId="urn:microsoft.com/office/officeart/2005/8/layout/orgChart1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B6F883AC-E311-4506-9512-A0A81A89E754}">
      <dgm:prSet phldrT="[Text]" phldr="0"/>
      <dgm:spPr/>
      <dgm:t>
        <a:bodyPr/>
        <a:lstStyle/>
        <a:p>
          <a:r>
            <a:rPr lang="en-IN" dirty="0"/>
            <a:t>Two answer to the same question</a:t>
          </a:r>
        </a:p>
      </dgm:t>
    </dgm:pt>
    <dgm:pt modelId="{AA4E7392-7AB8-4534-ACB5-068B6923FB3A}" type="parTrans" cxnId="{11369F42-48D2-475D-9407-35BA9A78169F}">
      <dgm:prSet/>
      <dgm:spPr/>
      <dgm:t>
        <a:bodyPr/>
        <a:lstStyle/>
        <a:p>
          <a:endParaRPr lang="en-IN"/>
        </a:p>
      </dgm:t>
    </dgm:pt>
    <dgm:pt modelId="{A3E72B23-C1D2-4D9C-804B-187D12CBA4FC}" type="sibTrans" cxnId="{11369F42-48D2-475D-9407-35BA9A78169F}">
      <dgm:prSet/>
      <dgm:spPr/>
      <dgm:t>
        <a:bodyPr/>
        <a:lstStyle/>
        <a:p>
          <a:endParaRPr lang="en-IN"/>
        </a:p>
      </dgm:t>
    </dgm:pt>
    <dgm:pt modelId="{0E6D05FD-7324-425E-8F47-E413529CB525}">
      <dgm:prSet phldrT="[Text]" phldr="0"/>
      <dgm:spPr/>
      <dgm:t>
        <a:bodyPr/>
        <a:lstStyle/>
        <a:p>
          <a:r>
            <a:rPr lang="en-IN" dirty="0"/>
            <a:t>Domestic Cattle</a:t>
          </a:r>
        </a:p>
      </dgm:t>
    </dgm:pt>
    <dgm:pt modelId="{188A66B4-F8D7-4626-9734-543D750907C7}" type="parTrans" cxnId="{D7E4AE56-45EA-4DB7-A60A-26E1990231E1}">
      <dgm:prSet/>
      <dgm:spPr/>
      <dgm:t>
        <a:bodyPr/>
        <a:lstStyle/>
        <a:p>
          <a:endParaRPr lang="en-IN"/>
        </a:p>
      </dgm:t>
    </dgm:pt>
    <dgm:pt modelId="{EE55E526-81D7-4FDD-90C4-CA211A1A03E2}" type="sibTrans" cxnId="{D7E4AE56-45EA-4DB7-A60A-26E1990231E1}">
      <dgm:prSet/>
      <dgm:spPr/>
      <dgm:t>
        <a:bodyPr/>
        <a:lstStyle/>
        <a:p>
          <a:endParaRPr lang="en-IN"/>
        </a:p>
      </dgm:t>
    </dgm:pt>
    <dgm:pt modelId="{1F24991A-F3A1-4404-8964-65B24C9D240A}">
      <dgm:prSet phldrT="[Text]" phldr="0"/>
      <dgm:spPr/>
      <dgm:t>
        <a:bodyPr/>
        <a:lstStyle/>
        <a:p>
          <a:r>
            <a:rPr lang="en-IN" dirty="0"/>
            <a:t>Urban Stray Cattle</a:t>
          </a:r>
        </a:p>
      </dgm:t>
    </dgm:pt>
    <dgm:pt modelId="{110CCB98-E48E-42D2-9C58-F902ADA01171}" type="parTrans" cxnId="{EA4B1549-66BA-47BE-B5FB-055F4A08A320}">
      <dgm:prSet/>
      <dgm:spPr/>
      <dgm:t>
        <a:bodyPr/>
        <a:lstStyle/>
        <a:p>
          <a:endParaRPr lang="en-IN"/>
        </a:p>
      </dgm:t>
    </dgm:pt>
    <dgm:pt modelId="{DF6C4AC4-5A9A-45CF-B7BB-A832CA186B98}" type="sibTrans" cxnId="{EA4B1549-66BA-47BE-B5FB-055F4A08A320}">
      <dgm:prSet/>
      <dgm:spPr/>
      <dgm:t>
        <a:bodyPr/>
        <a:lstStyle/>
        <a:p>
          <a:endParaRPr lang="en-IN"/>
        </a:p>
      </dgm:t>
    </dgm:pt>
    <dgm:pt modelId="{2DF9CB72-3126-4D20-BB8C-7A72562226CE}" type="pres">
      <dgm:prSet presAssocID="{597A5890-C7CF-47B5-876C-B4D9E55AAF5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614320A-1467-4082-A474-74996A5ABEB9}" type="pres">
      <dgm:prSet presAssocID="{B6F883AC-E311-4506-9512-A0A81A89E754}" presName="hierRoot1" presStyleCnt="0">
        <dgm:presLayoutVars>
          <dgm:hierBranch val="init"/>
        </dgm:presLayoutVars>
      </dgm:prSet>
      <dgm:spPr/>
    </dgm:pt>
    <dgm:pt modelId="{384A5706-9785-4BDD-BC12-240756084DCE}" type="pres">
      <dgm:prSet presAssocID="{B6F883AC-E311-4506-9512-A0A81A89E754}" presName="rootComposite1" presStyleCnt="0"/>
      <dgm:spPr/>
    </dgm:pt>
    <dgm:pt modelId="{6EB88F1F-BEA5-4EDC-AF05-153BA3002353}" type="pres">
      <dgm:prSet presAssocID="{B6F883AC-E311-4506-9512-A0A81A89E754}" presName="rootText1" presStyleLbl="node0" presStyleIdx="0" presStyleCnt="1" custLinFactNeighborY="-29316">
        <dgm:presLayoutVars>
          <dgm:chPref val="3"/>
        </dgm:presLayoutVars>
      </dgm:prSet>
      <dgm:spPr/>
    </dgm:pt>
    <dgm:pt modelId="{4E8C199B-B5AC-448D-9BE4-5036CA754A4C}" type="pres">
      <dgm:prSet presAssocID="{B6F883AC-E311-4506-9512-A0A81A89E754}" presName="rootConnector1" presStyleLbl="node1" presStyleIdx="0" presStyleCnt="0"/>
      <dgm:spPr/>
    </dgm:pt>
    <dgm:pt modelId="{312B3890-730C-4619-AB5A-4776697ABB9A}" type="pres">
      <dgm:prSet presAssocID="{B6F883AC-E311-4506-9512-A0A81A89E754}" presName="hierChild2" presStyleCnt="0"/>
      <dgm:spPr/>
    </dgm:pt>
    <dgm:pt modelId="{77650459-0715-4BF1-884D-3B4452B714B6}" type="pres">
      <dgm:prSet presAssocID="{188A66B4-F8D7-4626-9734-543D750907C7}" presName="Name37" presStyleLbl="parChTrans1D2" presStyleIdx="0" presStyleCnt="2"/>
      <dgm:spPr/>
    </dgm:pt>
    <dgm:pt modelId="{7968B4F9-5763-4FCF-B412-7977474957CA}" type="pres">
      <dgm:prSet presAssocID="{0E6D05FD-7324-425E-8F47-E413529CB525}" presName="hierRoot2" presStyleCnt="0">
        <dgm:presLayoutVars>
          <dgm:hierBranch val="init"/>
        </dgm:presLayoutVars>
      </dgm:prSet>
      <dgm:spPr/>
    </dgm:pt>
    <dgm:pt modelId="{2B9B21A0-9C92-4911-AAB6-7156B323E6AC}" type="pres">
      <dgm:prSet presAssocID="{0E6D05FD-7324-425E-8F47-E413529CB525}" presName="rootComposite" presStyleCnt="0"/>
      <dgm:spPr/>
    </dgm:pt>
    <dgm:pt modelId="{3EA5FF0C-0E8E-4B6B-929B-E3F0197DE282}" type="pres">
      <dgm:prSet presAssocID="{0E6D05FD-7324-425E-8F47-E413529CB525}" presName="rootText" presStyleLbl="node2" presStyleIdx="0" presStyleCnt="2">
        <dgm:presLayoutVars>
          <dgm:chPref val="3"/>
        </dgm:presLayoutVars>
      </dgm:prSet>
      <dgm:spPr/>
    </dgm:pt>
    <dgm:pt modelId="{8FAA9509-178A-48A3-9031-0C495ADE84B0}" type="pres">
      <dgm:prSet presAssocID="{0E6D05FD-7324-425E-8F47-E413529CB525}" presName="rootConnector" presStyleLbl="node2" presStyleIdx="0" presStyleCnt="2"/>
      <dgm:spPr/>
    </dgm:pt>
    <dgm:pt modelId="{40211926-BEEC-4611-908E-2F6131A43C5C}" type="pres">
      <dgm:prSet presAssocID="{0E6D05FD-7324-425E-8F47-E413529CB525}" presName="hierChild4" presStyleCnt="0"/>
      <dgm:spPr/>
    </dgm:pt>
    <dgm:pt modelId="{0CA35305-A767-4615-88AC-1BC4810323D9}" type="pres">
      <dgm:prSet presAssocID="{0E6D05FD-7324-425E-8F47-E413529CB525}" presName="hierChild5" presStyleCnt="0"/>
      <dgm:spPr/>
    </dgm:pt>
    <dgm:pt modelId="{BF9B8ED4-1E53-4188-8604-BF70D7693504}" type="pres">
      <dgm:prSet presAssocID="{110CCB98-E48E-42D2-9C58-F902ADA01171}" presName="Name37" presStyleLbl="parChTrans1D2" presStyleIdx="1" presStyleCnt="2"/>
      <dgm:spPr/>
    </dgm:pt>
    <dgm:pt modelId="{7CBD82DC-9E98-477A-A06A-410094D39739}" type="pres">
      <dgm:prSet presAssocID="{1F24991A-F3A1-4404-8964-65B24C9D240A}" presName="hierRoot2" presStyleCnt="0">
        <dgm:presLayoutVars>
          <dgm:hierBranch val="init"/>
        </dgm:presLayoutVars>
      </dgm:prSet>
      <dgm:spPr/>
    </dgm:pt>
    <dgm:pt modelId="{35DA81EF-ED05-4534-B4AD-5750E33FCF49}" type="pres">
      <dgm:prSet presAssocID="{1F24991A-F3A1-4404-8964-65B24C9D240A}" presName="rootComposite" presStyleCnt="0"/>
      <dgm:spPr/>
    </dgm:pt>
    <dgm:pt modelId="{38902532-1B04-4AA6-802C-963CBD00B557}" type="pres">
      <dgm:prSet presAssocID="{1F24991A-F3A1-4404-8964-65B24C9D240A}" presName="rootText" presStyleLbl="node2" presStyleIdx="1" presStyleCnt="2">
        <dgm:presLayoutVars>
          <dgm:chPref val="3"/>
        </dgm:presLayoutVars>
      </dgm:prSet>
      <dgm:spPr/>
    </dgm:pt>
    <dgm:pt modelId="{1CAD7FFA-DBA5-4F69-9683-BF017346DDE2}" type="pres">
      <dgm:prSet presAssocID="{1F24991A-F3A1-4404-8964-65B24C9D240A}" presName="rootConnector" presStyleLbl="node2" presStyleIdx="1" presStyleCnt="2"/>
      <dgm:spPr/>
    </dgm:pt>
    <dgm:pt modelId="{932C9D82-B3BF-4D6E-8A0B-5A9CA0A004F1}" type="pres">
      <dgm:prSet presAssocID="{1F24991A-F3A1-4404-8964-65B24C9D240A}" presName="hierChild4" presStyleCnt="0"/>
      <dgm:spPr/>
    </dgm:pt>
    <dgm:pt modelId="{7F4AC2DB-0543-4B41-BBF7-941D004DD4A0}" type="pres">
      <dgm:prSet presAssocID="{1F24991A-F3A1-4404-8964-65B24C9D240A}" presName="hierChild5" presStyleCnt="0"/>
      <dgm:spPr/>
    </dgm:pt>
    <dgm:pt modelId="{F7BB363D-B291-4052-BA93-D48A0F912DD2}" type="pres">
      <dgm:prSet presAssocID="{B6F883AC-E311-4506-9512-A0A81A89E754}" presName="hierChild3" presStyleCnt="0"/>
      <dgm:spPr/>
    </dgm:pt>
  </dgm:ptLst>
  <dgm:cxnLst>
    <dgm:cxn modelId="{5E176C08-1E31-4A24-9366-5E96E26A2B3D}" type="presOf" srcId="{110CCB98-E48E-42D2-9C58-F902ADA01171}" destId="{BF9B8ED4-1E53-4188-8604-BF70D7693504}" srcOrd="0" destOrd="0" presId="urn:microsoft.com/office/officeart/2005/8/layout/orgChart1"/>
    <dgm:cxn modelId="{11369F42-48D2-475D-9407-35BA9A78169F}" srcId="{597A5890-C7CF-47B5-876C-B4D9E55AAF53}" destId="{B6F883AC-E311-4506-9512-A0A81A89E754}" srcOrd="0" destOrd="0" parTransId="{AA4E7392-7AB8-4534-ACB5-068B6923FB3A}" sibTransId="{A3E72B23-C1D2-4D9C-804B-187D12CBA4FC}"/>
    <dgm:cxn modelId="{1CBCAF64-B983-4B12-83E1-6027949CB81D}" type="presOf" srcId="{B6F883AC-E311-4506-9512-A0A81A89E754}" destId="{6EB88F1F-BEA5-4EDC-AF05-153BA3002353}" srcOrd="0" destOrd="0" presId="urn:microsoft.com/office/officeart/2005/8/layout/orgChart1"/>
    <dgm:cxn modelId="{EA4B1549-66BA-47BE-B5FB-055F4A08A320}" srcId="{B6F883AC-E311-4506-9512-A0A81A89E754}" destId="{1F24991A-F3A1-4404-8964-65B24C9D240A}" srcOrd="1" destOrd="0" parTransId="{110CCB98-E48E-42D2-9C58-F902ADA01171}" sibTransId="{DF6C4AC4-5A9A-45CF-B7BB-A832CA186B98}"/>
    <dgm:cxn modelId="{79B84A6D-A7AE-4D4F-A383-606A092751FD}" type="presOf" srcId="{0E6D05FD-7324-425E-8F47-E413529CB525}" destId="{8FAA9509-178A-48A3-9031-0C495ADE84B0}" srcOrd="1" destOrd="0" presId="urn:microsoft.com/office/officeart/2005/8/layout/orgChart1"/>
    <dgm:cxn modelId="{6BBE7B74-2772-4813-8DE7-9398DFCD50D2}" type="presOf" srcId="{0E6D05FD-7324-425E-8F47-E413529CB525}" destId="{3EA5FF0C-0E8E-4B6B-929B-E3F0197DE282}" srcOrd="0" destOrd="0" presId="urn:microsoft.com/office/officeart/2005/8/layout/orgChart1"/>
    <dgm:cxn modelId="{D7E4AE56-45EA-4DB7-A60A-26E1990231E1}" srcId="{B6F883AC-E311-4506-9512-A0A81A89E754}" destId="{0E6D05FD-7324-425E-8F47-E413529CB525}" srcOrd="0" destOrd="0" parTransId="{188A66B4-F8D7-4626-9734-543D750907C7}" sibTransId="{EE55E526-81D7-4FDD-90C4-CA211A1A03E2}"/>
    <dgm:cxn modelId="{2CB6548E-14DE-42E2-86C0-E6B18C9EA521}" type="presOf" srcId="{1F24991A-F3A1-4404-8964-65B24C9D240A}" destId="{38902532-1B04-4AA6-802C-963CBD00B557}" srcOrd="0" destOrd="0" presId="urn:microsoft.com/office/officeart/2005/8/layout/orgChart1"/>
    <dgm:cxn modelId="{364D7EA0-A866-4348-9FBB-C6F1DF85152D}" type="presOf" srcId="{B6F883AC-E311-4506-9512-A0A81A89E754}" destId="{4E8C199B-B5AC-448D-9BE4-5036CA754A4C}" srcOrd="1" destOrd="0" presId="urn:microsoft.com/office/officeart/2005/8/layout/orgChart1"/>
    <dgm:cxn modelId="{43AA49AA-B9E3-41B9-B2ED-8719DC729298}" type="presOf" srcId="{188A66B4-F8D7-4626-9734-543D750907C7}" destId="{77650459-0715-4BF1-884D-3B4452B714B6}" srcOrd="0" destOrd="0" presId="urn:microsoft.com/office/officeart/2005/8/layout/orgChart1"/>
    <dgm:cxn modelId="{5DD322DC-4166-4C2B-B63A-CF06BD5EB9E8}" type="presOf" srcId="{597A5890-C7CF-47B5-876C-B4D9E55AAF53}" destId="{2DF9CB72-3126-4D20-BB8C-7A72562226CE}" srcOrd="0" destOrd="0" presId="urn:microsoft.com/office/officeart/2005/8/layout/orgChart1"/>
    <dgm:cxn modelId="{342C91EF-8B6C-4C7C-B5DE-5792CAC2488B}" type="presOf" srcId="{1F24991A-F3A1-4404-8964-65B24C9D240A}" destId="{1CAD7FFA-DBA5-4F69-9683-BF017346DDE2}" srcOrd="1" destOrd="0" presId="urn:microsoft.com/office/officeart/2005/8/layout/orgChart1"/>
    <dgm:cxn modelId="{4D1404F5-B03C-4EC6-B3EB-19FD1919B612}" type="presParOf" srcId="{2DF9CB72-3126-4D20-BB8C-7A72562226CE}" destId="{B614320A-1467-4082-A474-74996A5ABEB9}" srcOrd="0" destOrd="0" presId="urn:microsoft.com/office/officeart/2005/8/layout/orgChart1"/>
    <dgm:cxn modelId="{5DA44B32-E10E-4F3E-81D3-71C1D2F3924A}" type="presParOf" srcId="{B614320A-1467-4082-A474-74996A5ABEB9}" destId="{384A5706-9785-4BDD-BC12-240756084DCE}" srcOrd="0" destOrd="0" presId="urn:microsoft.com/office/officeart/2005/8/layout/orgChart1"/>
    <dgm:cxn modelId="{95A88BFD-AF85-491D-A539-4E55879941CB}" type="presParOf" srcId="{384A5706-9785-4BDD-BC12-240756084DCE}" destId="{6EB88F1F-BEA5-4EDC-AF05-153BA3002353}" srcOrd="0" destOrd="0" presId="urn:microsoft.com/office/officeart/2005/8/layout/orgChart1"/>
    <dgm:cxn modelId="{62AECB5B-1CB8-42D3-9DDB-81585D9D89FD}" type="presParOf" srcId="{384A5706-9785-4BDD-BC12-240756084DCE}" destId="{4E8C199B-B5AC-448D-9BE4-5036CA754A4C}" srcOrd="1" destOrd="0" presId="urn:microsoft.com/office/officeart/2005/8/layout/orgChart1"/>
    <dgm:cxn modelId="{0FFCB298-37D2-4BB1-B2A7-48AEFB0E5FBA}" type="presParOf" srcId="{B614320A-1467-4082-A474-74996A5ABEB9}" destId="{312B3890-730C-4619-AB5A-4776697ABB9A}" srcOrd="1" destOrd="0" presId="urn:microsoft.com/office/officeart/2005/8/layout/orgChart1"/>
    <dgm:cxn modelId="{C1D281BD-9A5B-4E24-B43E-BDFB83E598A2}" type="presParOf" srcId="{312B3890-730C-4619-AB5A-4776697ABB9A}" destId="{77650459-0715-4BF1-884D-3B4452B714B6}" srcOrd="0" destOrd="0" presId="urn:microsoft.com/office/officeart/2005/8/layout/orgChart1"/>
    <dgm:cxn modelId="{D1D843D5-06D2-49FD-8271-022C454A291F}" type="presParOf" srcId="{312B3890-730C-4619-AB5A-4776697ABB9A}" destId="{7968B4F9-5763-4FCF-B412-7977474957CA}" srcOrd="1" destOrd="0" presId="urn:microsoft.com/office/officeart/2005/8/layout/orgChart1"/>
    <dgm:cxn modelId="{E68A2985-64B4-426F-B8D1-95804DD41780}" type="presParOf" srcId="{7968B4F9-5763-4FCF-B412-7977474957CA}" destId="{2B9B21A0-9C92-4911-AAB6-7156B323E6AC}" srcOrd="0" destOrd="0" presId="urn:microsoft.com/office/officeart/2005/8/layout/orgChart1"/>
    <dgm:cxn modelId="{CCA7D39C-927F-4B70-8935-714389B10545}" type="presParOf" srcId="{2B9B21A0-9C92-4911-AAB6-7156B323E6AC}" destId="{3EA5FF0C-0E8E-4B6B-929B-E3F0197DE282}" srcOrd="0" destOrd="0" presId="urn:microsoft.com/office/officeart/2005/8/layout/orgChart1"/>
    <dgm:cxn modelId="{47CCEE50-A759-446E-BA7B-3BD26E368592}" type="presParOf" srcId="{2B9B21A0-9C92-4911-AAB6-7156B323E6AC}" destId="{8FAA9509-178A-48A3-9031-0C495ADE84B0}" srcOrd="1" destOrd="0" presId="urn:microsoft.com/office/officeart/2005/8/layout/orgChart1"/>
    <dgm:cxn modelId="{64933D2B-EB14-4A5C-BA47-B8B7AF0F9A78}" type="presParOf" srcId="{7968B4F9-5763-4FCF-B412-7977474957CA}" destId="{40211926-BEEC-4611-908E-2F6131A43C5C}" srcOrd="1" destOrd="0" presId="urn:microsoft.com/office/officeart/2005/8/layout/orgChart1"/>
    <dgm:cxn modelId="{78474FE9-BB33-4430-8A58-83983C08B82F}" type="presParOf" srcId="{7968B4F9-5763-4FCF-B412-7977474957CA}" destId="{0CA35305-A767-4615-88AC-1BC4810323D9}" srcOrd="2" destOrd="0" presId="urn:microsoft.com/office/officeart/2005/8/layout/orgChart1"/>
    <dgm:cxn modelId="{B9F03099-FE3E-4966-A4BE-E8094675272E}" type="presParOf" srcId="{312B3890-730C-4619-AB5A-4776697ABB9A}" destId="{BF9B8ED4-1E53-4188-8604-BF70D7693504}" srcOrd="2" destOrd="0" presId="urn:microsoft.com/office/officeart/2005/8/layout/orgChart1"/>
    <dgm:cxn modelId="{59A4988E-2158-4508-8759-94F72D21B58F}" type="presParOf" srcId="{312B3890-730C-4619-AB5A-4776697ABB9A}" destId="{7CBD82DC-9E98-477A-A06A-410094D39739}" srcOrd="3" destOrd="0" presId="urn:microsoft.com/office/officeart/2005/8/layout/orgChart1"/>
    <dgm:cxn modelId="{894B215F-484B-43C9-A2FE-93C6CDF13AF8}" type="presParOf" srcId="{7CBD82DC-9E98-477A-A06A-410094D39739}" destId="{35DA81EF-ED05-4534-B4AD-5750E33FCF49}" srcOrd="0" destOrd="0" presId="urn:microsoft.com/office/officeart/2005/8/layout/orgChart1"/>
    <dgm:cxn modelId="{F05EC645-4CE0-48BD-8DCC-0096FC388496}" type="presParOf" srcId="{35DA81EF-ED05-4534-B4AD-5750E33FCF49}" destId="{38902532-1B04-4AA6-802C-963CBD00B557}" srcOrd="0" destOrd="0" presId="urn:microsoft.com/office/officeart/2005/8/layout/orgChart1"/>
    <dgm:cxn modelId="{23E2C147-2854-4F5B-86BD-731162DDE262}" type="presParOf" srcId="{35DA81EF-ED05-4534-B4AD-5750E33FCF49}" destId="{1CAD7FFA-DBA5-4F69-9683-BF017346DDE2}" srcOrd="1" destOrd="0" presId="urn:microsoft.com/office/officeart/2005/8/layout/orgChart1"/>
    <dgm:cxn modelId="{1FFFAF89-B112-4928-ACAF-96C559F00B5C}" type="presParOf" srcId="{7CBD82DC-9E98-477A-A06A-410094D39739}" destId="{932C9D82-B3BF-4D6E-8A0B-5A9CA0A004F1}" srcOrd="1" destOrd="0" presId="urn:microsoft.com/office/officeart/2005/8/layout/orgChart1"/>
    <dgm:cxn modelId="{1ED45072-AA42-40F7-BFB3-C14FA1CA7A51}" type="presParOf" srcId="{7CBD82DC-9E98-477A-A06A-410094D39739}" destId="{7F4AC2DB-0543-4B41-BBF7-941D004DD4A0}" srcOrd="2" destOrd="0" presId="urn:microsoft.com/office/officeart/2005/8/layout/orgChart1"/>
    <dgm:cxn modelId="{9C387DF1-B72D-4D8C-9E5E-14775CCF6C31}" type="presParOf" srcId="{B614320A-1467-4082-A474-74996A5ABEB9}" destId="{F7BB363D-B291-4052-BA93-D48A0F912DD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1D447D-6A0E-46FB-8609-B47F1B4E2609}" type="doc">
      <dgm:prSet loTypeId="urn:microsoft.com/office/officeart/2005/8/layout/cycle4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C04C0DDE-31F5-44D6-9273-64F7920594F2}">
      <dgm:prSet phldrT="[Text]" phldr="0"/>
      <dgm:spPr/>
      <dgm:t>
        <a:bodyPr/>
        <a:lstStyle/>
        <a:p>
          <a:r>
            <a:rPr lang="en-IN" dirty="0"/>
            <a:t>Who</a:t>
          </a:r>
        </a:p>
      </dgm:t>
    </dgm:pt>
    <dgm:pt modelId="{7755174B-905A-481D-BCDD-B7AC30562343}" type="parTrans" cxnId="{90FA7286-643D-46DB-A4AA-4407D9DBB68E}">
      <dgm:prSet/>
      <dgm:spPr/>
      <dgm:t>
        <a:bodyPr/>
        <a:lstStyle/>
        <a:p>
          <a:endParaRPr lang="en-IN"/>
        </a:p>
      </dgm:t>
    </dgm:pt>
    <dgm:pt modelId="{11C37365-FDC7-4E25-B8F1-BD22C6A16101}" type="sibTrans" cxnId="{90FA7286-643D-46DB-A4AA-4407D9DBB68E}">
      <dgm:prSet/>
      <dgm:spPr/>
      <dgm:t>
        <a:bodyPr/>
        <a:lstStyle/>
        <a:p>
          <a:endParaRPr lang="en-IN"/>
        </a:p>
      </dgm:t>
    </dgm:pt>
    <dgm:pt modelId="{90DD09F2-1978-4586-BACC-D56C1B8BC614}">
      <dgm:prSet phldrT="[Text]" phldr="0"/>
      <dgm:spPr/>
      <dgm:t>
        <a:bodyPr/>
        <a:lstStyle/>
        <a:p>
          <a:r>
            <a:rPr lang="en-IN" dirty="0"/>
            <a:t>Who are they?</a:t>
          </a:r>
        </a:p>
      </dgm:t>
    </dgm:pt>
    <dgm:pt modelId="{BB776431-532E-49C8-8161-10CB4B07E5FC}" type="parTrans" cxnId="{343ED072-AB8C-41BE-8498-C055213DAB59}">
      <dgm:prSet/>
      <dgm:spPr/>
      <dgm:t>
        <a:bodyPr/>
        <a:lstStyle/>
        <a:p>
          <a:endParaRPr lang="en-IN"/>
        </a:p>
      </dgm:t>
    </dgm:pt>
    <dgm:pt modelId="{EE12B2F5-C804-4314-A39E-827F7E9AEF79}" type="sibTrans" cxnId="{343ED072-AB8C-41BE-8498-C055213DAB59}">
      <dgm:prSet/>
      <dgm:spPr/>
      <dgm:t>
        <a:bodyPr/>
        <a:lstStyle/>
        <a:p>
          <a:endParaRPr lang="en-IN"/>
        </a:p>
      </dgm:t>
    </dgm:pt>
    <dgm:pt modelId="{E97FF066-DB8F-4F9F-90AE-47AA1C1279F1}">
      <dgm:prSet phldrT="[Text]" phldr="0"/>
      <dgm:spPr/>
      <dgm:t>
        <a:bodyPr/>
        <a:lstStyle/>
        <a:p>
          <a:r>
            <a:rPr lang="en-IN" dirty="0"/>
            <a:t>What</a:t>
          </a:r>
        </a:p>
      </dgm:t>
    </dgm:pt>
    <dgm:pt modelId="{6E6BD353-444F-49F2-A957-EE8EDFF92508}" type="parTrans" cxnId="{59AC2F8E-8CA2-4F3E-80E4-B7016BCA6BB6}">
      <dgm:prSet/>
      <dgm:spPr/>
      <dgm:t>
        <a:bodyPr/>
        <a:lstStyle/>
        <a:p>
          <a:endParaRPr lang="en-IN"/>
        </a:p>
      </dgm:t>
    </dgm:pt>
    <dgm:pt modelId="{F98551B8-B589-46FE-B38A-D2AA9B3DED0A}" type="sibTrans" cxnId="{59AC2F8E-8CA2-4F3E-80E4-B7016BCA6BB6}">
      <dgm:prSet/>
      <dgm:spPr/>
      <dgm:t>
        <a:bodyPr/>
        <a:lstStyle/>
        <a:p>
          <a:endParaRPr lang="en-IN"/>
        </a:p>
      </dgm:t>
    </dgm:pt>
    <dgm:pt modelId="{DFFA614D-90F7-49F8-8B3A-CD8EC8033CE7}">
      <dgm:prSet phldrT="[Text]" phldr="0"/>
      <dgm:spPr/>
      <dgm:t>
        <a:bodyPr/>
        <a:lstStyle/>
        <a:p>
          <a:r>
            <a:rPr lang="en-IN" dirty="0"/>
            <a:t>Who is there?</a:t>
          </a:r>
        </a:p>
      </dgm:t>
    </dgm:pt>
    <dgm:pt modelId="{B73418CB-54B9-458F-BBBC-45E04E40744B}" type="parTrans" cxnId="{DF721FD7-CF9A-4EFC-9FE1-CED9DF9EF510}">
      <dgm:prSet/>
      <dgm:spPr/>
      <dgm:t>
        <a:bodyPr/>
        <a:lstStyle/>
        <a:p>
          <a:endParaRPr lang="en-IN"/>
        </a:p>
      </dgm:t>
    </dgm:pt>
    <dgm:pt modelId="{44DFFFFF-03D5-4342-B9A7-015E3172EB20}" type="sibTrans" cxnId="{DF721FD7-CF9A-4EFC-9FE1-CED9DF9EF510}">
      <dgm:prSet/>
      <dgm:spPr/>
      <dgm:t>
        <a:bodyPr/>
        <a:lstStyle/>
        <a:p>
          <a:endParaRPr lang="en-IN"/>
        </a:p>
      </dgm:t>
    </dgm:pt>
    <dgm:pt modelId="{E3B3ED9F-A96F-4071-94FC-CBDC339F445F}">
      <dgm:prSet phldrT="[Text]" phldr="0"/>
      <dgm:spPr/>
      <dgm:t>
        <a:bodyPr/>
        <a:lstStyle/>
        <a:p>
          <a:r>
            <a:rPr lang="en-IN" dirty="0"/>
            <a:t>How</a:t>
          </a:r>
        </a:p>
      </dgm:t>
    </dgm:pt>
    <dgm:pt modelId="{1A4CBA7D-564B-4763-84F6-B16273FE706D}" type="parTrans" cxnId="{08CE54D0-E00D-46DB-9BAA-120D58FA5E5A}">
      <dgm:prSet/>
      <dgm:spPr/>
      <dgm:t>
        <a:bodyPr/>
        <a:lstStyle/>
        <a:p>
          <a:endParaRPr lang="en-IN"/>
        </a:p>
      </dgm:t>
    </dgm:pt>
    <dgm:pt modelId="{B217984C-93B1-472F-82AE-0D1C643323AC}" type="sibTrans" cxnId="{08CE54D0-E00D-46DB-9BAA-120D58FA5E5A}">
      <dgm:prSet/>
      <dgm:spPr/>
      <dgm:t>
        <a:bodyPr/>
        <a:lstStyle/>
        <a:p>
          <a:endParaRPr lang="en-IN"/>
        </a:p>
      </dgm:t>
    </dgm:pt>
    <dgm:pt modelId="{FE15D247-D466-4925-B861-BA170B3036B7}">
      <dgm:prSet phldrT="[Text]" phldr="0"/>
      <dgm:spPr/>
      <dgm:t>
        <a:bodyPr/>
        <a:lstStyle/>
        <a:p>
          <a:r>
            <a:rPr lang="en-IN" dirty="0"/>
            <a:t>How diet impact them?</a:t>
          </a:r>
        </a:p>
      </dgm:t>
    </dgm:pt>
    <dgm:pt modelId="{3EE39812-8664-4ACA-A915-D33EF71B6F77}" type="parTrans" cxnId="{0058F529-2106-4793-AD34-ED20C331F178}">
      <dgm:prSet/>
      <dgm:spPr/>
      <dgm:t>
        <a:bodyPr/>
        <a:lstStyle/>
        <a:p>
          <a:endParaRPr lang="en-IN"/>
        </a:p>
      </dgm:t>
    </dgm:pt>
    <dgm:pt modelId="{312DAC5C-EB25-4BEB-B413-B915ECD3BB0F}" type="sibTrans" cxnId="{0058F529-2106-4793-AD34-ED20C331F178}">
      <dgm:prSet/>
      <dgm:spPr/>
      <dgm:t>
        <a:bodyPr/>
        <a:lstStyle/>
        <a:p>
          <a:endParaRPr lang="en-IN"/>
        </a:p>
      </dgm:t>
    </dgm:pt>
    <dgm:pt modelId="{5AB5B143-A2A5-4C80-BCB2-E839E3358710}">
      <dgm:prSet phldrT="[Text]" phldr="0"/>
      <dgm:spPr/>
      <dgm:t>
        <a:bodyPr/>
        <a:lstStyle/>
        <a:p>
          <a:r>
            <a:rPr lang="en-IN" dirty="0"/>
            <a:t>Why</a:t>
          </a:r>
        </a:p>
      </dgm:t>
    </dgm:pt>
    <dgm:pt modelId="{21B23A05-04FB-47C3-9DC8-44CEDFBDA600}" type="parTrans" cxnId="{939E9757-D2C2-4162-82E2-078B4A63A09F}">
      <dgm:prSet/>
      <dgm:spPr/>
      <dgm:t>
        <a:bodyPr/>
        <a:lstStyle/>
        <a:p>
          <a:endParaRPr lang="en-IN"/>
        </a:p>
      </dgm:t>
    </dgm:pt>
    <dgm:pt modelId="{9FB6B7AC-7BF0-4965-BFB4-168391F03B34}" type="sibTrans" cxnId="{939E9757-D2C2-4162-82E2-078B4A63A09F}">
      <dgm:prSet/>
      <dgm:spPr/>
      <dgm:t>
        <a:bodyPr/>
        <a:lstStyle/>
        <a:p>
          <a:endParaRPr lang="en-IN"/>
        </a:p>
      </dgm:t>
    </dgm:pt>
    <dgm:pt modelId="{12E35173-4CA5-41CE-A774-19FE17CD6317}">
      <dgm:prSet phldrT="[Text]" phldr="0"/>
      <dgm:spPr/>
      <dgm:t>
        <a:bodyPr/>
        <a:lstStyle/>
        <a:p>
          <a:r>
            <a:rPr lang="en-IN" dirty="0"/>
            <a:t>Why they matter for OneHealth</a:t>
          </a:r>
        </a:p>
      </dgm:t>
    </dgm:pt>
    <dgm:pt modelId="{30FCDCDA-7EA1-481D-A335-DAF372862DB0}" type="parTrans" cxnId="{6CA975E4-2110-4D41-9247-ACCADD468E83}">
      <dgm:prSet/>
      <dgm:spPr/>
      <dgm:t>
        <a:bodyPr/>
        <a:lstStyle/>
        <a:p>
          <a:endParaRPr lang="en-IN"/>
        </a:p>
      </dgm:t>
    </dgm:pt>
    <dgm:pt modelId="{FC5AF863-DD00-497D-8437-122A977BA3A0}" type="sibTrans" cxnId="{6CA975E4-2110-4D41-9247-ACCADD468E83}">
      <dgm:prSet/>
      <dgm:spPr/>
      <dgm:t>
        <a:bodyPr/>
        <a:lstStyle/>
        <a:p>
          <a:endParaRPr lang="en-IN"/>
        </a:p>
      </dgm:t>
    </dgm:pt>
    <dgm:pt modelId="{53BA31AD-BAF2-4AAC-AB05-AB9E7D58B869}">
      <dgm:prSet/>
      <dgm:spPr/>
      <dgm:t>
        <a:bodyPr/>
        <a:lstStyle/>
        <a:p>
          <a:r>
            <a:rPr lang="en-IN" dirty="0"/>
            <a:t>Microbes</a:t>
          </a:r>
        </a:p>
      </dgm:t>
    </dgm:pt>
    <dgm:pt modelId="{9B4EC370-88EA-400A-A4FD-50BA130E905A}" type="parTrans" cxnId="{CDFA3CB9-EEC7-4E70-B36E-2917679E6AA2}">
      <dgm:prSet/>
      <dgm:spPr/>
      <dgm:t>
        <a:bodyPr/>
        <a:lstStyle/>
        <a:p>
          <a:endParaRPr lang="en-IN"/>
        </a:p>
      </dgm:t>
    </dgm:pt>
    <dgm:pt modelId="{9C740327-7B36-4A54-BA2A-07182808376C}" type="sibTrans" cxnId="{CDFA3CB9-EEC7-4E70-B36E-2917679E6AA2}">
      <dgm:prSet/>
      <dgm:spPr/>
      <dgm:t>
        <a:bodyPr/>
        <a:lstStyle/>
        <a:p>
          <a:endParaRPr lang="en-IN"/>
        </a:p>
      </dgm:t>
    </dgm:pt>
    <dgm:pt modelId="{A9878F40-BFA9-41D8-A2CA-5A2A266D70A9}">
      <dgm:prSet phldrT="[Text]" phldr="0"/>
      <dgm:spPr/>
      <dgm:t>
        <a:bodyPr/>
        <a:lstStyle/>
        <a:p>
          <a:r>
            <a:rPr lang="en-IN" dirty="0"/>
            <a:t>2 cattle populations</a:t>
          </a:r>
        </a:p>
      </dgm:t>
    </dgm:pt>
    <dgm:pt modelId="{BFC05DDB-00C5-4794-AA15-2D05D6E1E435}" type="parTrans" cxnId="{6BCEC15D-DB6A-418E-B1E2-82C02AD81D95}">
      <dgm:prSet/>
      <dgm:spPr/>
      <dgm:t>
        <a:bodyPr/>
        <a:lstStyle/>
        <a:p>
          <a:endParaRPr lang="en-IN"/>
        </a:p>
      </dgm:t>
    </dgm:pt>
    <dgm:pt modelId="{E9AB44A1-3331-4E4A-A359-9ED4D20D1A57}" type="sibTrans" cxnId="{6BCEC15D-DB6A-418E-B1E2-82C02AD81D95}">
      <dgm:prSet/>
      <dgm:spPr/>
      <dgm:t>
        <a:bodyPr/>
        <a:lstStyle/>
        <a:p>
          <a:endParaRPr lang="en-IN"/>
        </a:p>
      </dgm:t>
    </dgm:pt>
    <dgm:pt modelId="{978BB69F-E552-43D0-8CC4-CD023C0D55AE}">
      <dgm:prSet phldrT="[Text]" phldr="0"/>
      <dgm:spPr/>
      <dgm:t>
        <a:bodyPr/>
        <a:lstStyle/>
        <a:p>
          <a:r>
            <a:rPr lang="en-IN" dirty="0"/>
            <a:t>Change of type</a:t>
          </a:r>
        </a:p>
      </dgm:t>
    </dgm:pt>
    <dgm:pt modelId="{6830C248-61DB-4E24-AA0B-2A6A2664AEDA}" type="parTrans" cxnId="{3DAA6D03-5BFC-49D9-A069-5BAA39CBB81F}">
      <dgm:prSet/>
      <dgm:spPr/>
      <dgm:t>
        <a:bodyPr/>
        <a:lstStyle/>
        <a:p>
          <a:endParaRPr lang="en-IN"/>
        </a:p>
      </dgm:t>
    </dgm:pt>
    <dgm:pt modelId="{AC5B63E5-DEC8-435F-8D53-B029C4F1DEB6}" type="sibTrans" cxnId="{3DAA6D03-5BFC-49D9-A069-5BAA39CBB81F}">
      <dgm:prSet/>
      <dgm:spPr/>
      <dgm:t>
        <a:bodyPr/>
        <a:lstStyle/>
        <a:p>
          <a:endParaRPr lang="en-IN"/>
        </a:p>
      </dgm:t>
    </dgm:pt>
    <dgm:pt modelId="{29782F5C-E124-467B-A44C-A52E42ED6899}">
      <dgm:prSet phldrT="[Text]" phldr="0"/>
      <dgm:spPr/>
      <dgm:t>
        <a:bodyPr/>
        <a:lstStyle/>
        <a:p>
          <a:r>
            <a:rPr lang="en-IN" dirty="0"/>
            <a:t>May be </a:t>
          </a:r>
          <a:r>
            <a:rPr lang="en-IN" dirty="0" err="1"/>
            <a:t>resistome</a:t>
          </a:r>
          <a:endParaRPr lang="en-IN" dirty="0"/>
        </a:p>
      </dgm:t>
    </dgm:pt>
    <dgm:pt modelId="{68DBF84C-72FE-4E17-95FF-5DB8672821C3}" type="parTrans" cxnId="{2CC817DF-C5DB-4ECB-B33E-C2A1DAF0AAC8}">
      <dgm:prSet/>
      <dgm:spPr/>
      <dgm:t>
        <a:bodyPr/>
        <a:lstStyle/>
        <a:p>
          <a:endParaRPr lang="en-IN"/>
        </a:p>
      </dgm:t>
    </dgm:pt>
    <dgm:pt modelId="{5B2898AE-83AD-4FCE-BE31-56E1E936AC7A}" type="sibTrans" cxnId="{2CC817DF-C5DB-4ECB-B33E-C2A1DAF0AAC8}">
      <dgm:prSet/>
      <dgm:spPr/>
      <dgm:t>
        <a:bodyPr/>
        <a:lstStyle/>
        <a:p>
          <a:endParaRPr lang="en-IN"/>
        </a:p>
      </dgm:t>
    </dgm:pt>
    <dgm:pt modelId="{5E6611A7-6CF0-4180-872B-0654A8E086A1}" type="pres">
      <dgm:prSet presAssocID="{0B1D447D-6A0E-46FB-8609-B47F1B4E260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0ED0DBC-7E0A-40DD-997C-D6B7712A2182}" type="pres">
      <dgm:prSet presAssocID="{0B1D447D-6A0E-46FB-8609-B47F1B4E2609}" presName="children" presStyleCnt="0"/>
      <dgm:spPr/>
    </dgm:pt>
    <dgm:pt modelId="{476C67AD-BE15-44E0-9DBF-36F08DDFDDF8}" type="pres">
      <dgm:prSet presAssocID="{0B1D447D-6A0E-46FB-8609-B47F1B4E2609}" presName="child1group" presStyleCnt="0"/>
      <dgm:spPr/>
    </dgm:pt>
    <dgm:pt modelId="{C1F59EAE-115E-4F70-BEFD-6E7B1E614802}" type="pres">
      <dgm:prSet presAssocID="{0B1D447D-6A0E-46FB-8609-B47F1B4E2609}" presName="child1" presStyleLbl="bgAcc1" presStyleIdx="0" presStyleCnt="4"/>
      <dgm:spPr/>
    </dgm:pt>
    <dgm:pt modelId="{45C0A952-5AAB-401D-80A7-C795DFD0BA76}" type="pres">
      <dgm:prSet presAssocID="{0B1D447D-6A0E-46FB-8609-B47F1B4E2609}" presName="child1Text" presStyleLbl="bgAcc1" presStyleIdx="0" presStyleCnt="4">
        <dgm:presLayoutVars>
          <dgm:bulletEnabled val="1"/>
        </dgm:presLayoutVars>
      </dgm:prSet>
      <dgm:spPr/>
    </dgm:pt>
    <dgm:pt modelId="{89C0F7CE-78E9-4AA0-9738-6F8057877799}" type="pres">
      <dgm:prSet presAssocID="{0B1D447D-6A0E-46FB-8609-B47F1B4E2609}" presName="child2group" presStyleCnt="0"/>
      <dgm:spPr/>
    </dgm:pt>
    <dgm:pt modelId="{D27A1070-AFC0-485B-8FD1-914FAA9901A3}" type="pres">
      <dgm:prSet presAssocID="{0B1D447D-6A0E-46FB-8609-B47F1B4E2609}" presName="child2" presStyleLbl="bgAcc1" presStyleIdx="1" presStyleCnt="4"/>
      <dgm:spPr/>
    </dgm:pt>
    <dgm:pt modelId="{5DB3136E-4542-44A5-B420-813EB618C97D}" type="pres">
      <dgm:prSet presAssocID="{0B1D447D-6A0E-46FB-8609-B47F1B4E2609}" presName="child2Text" presStyleLbl="bgAcc1" presStyleIdx="1" presStyleCnt="4">
        <dgm:presLayoutVars>
          <dgm:bulletEnabled val="1"/>
        </dgm:presLayoutVars>
      </dgm:prSet>
      <dgm:spPr/>
    </dgm:pt>
    <dgm:pt modelId="{819343EF-C3A8-4DD0-AF31-B4C1048FA9C1}" type="pres">
      <dgm:prSet presAssocID="{0B1D447D-6A0E-46FB-8609-B47F1B4E2609}" presName="child3group" presStyleCnt="0"/>
      <dgm:spPr/>
    </dgm:pt>
    <dgm:pt modelId="{B0687104-1D7D-429C-91EE-35982842FFBB}" type="pres">
      <dgm:prSet presAssocID="{0B1D447D-6A0E-46FB-8609-B47F1B4E2609}" presName="child3" presStyleLbl="bgAcc1" presStyleIdx="2" presStyleCnt="4"/>
      <dgm:spPr/>
    </dgm:pt>
    <dgm:pt modelId="{88360C72-4DFB-42CD-B6EA-DDB0401D6BFD}" type="pres">
      <dgm:prSet presAssocID="{0B1D447D-6A0E-46FB-8609-B47F1B4E2609}" presName="child3Text" presStyleLbl="bgAcc1" presStyleIdx="2" presStyleCnt="4">
        <dgm:presLayoutVars>
          <dgm:bulletEnabled val="1"/>
        </dgm:presLayoutVars>
      </dgm:prSet>
      <dgm:spPr/>
    </dgm:pt>
    <dgm:pt modelId="{0B3C73A7-EDA4-4083-83B1-A65E53710108}" type="pres">
      <dgm:prSet presAssocID="{0B1D447D-6A0E-46FB-8609-B47F1B4E2609}" presName="child4group" presStyleCnt="0"/>
      <dgm:spPr/>
    </dgm:pt>
    <dgm:pt modelId="{050677F8-8FA9-4BC4-9B6B-682BA0DC70D8}" type="pres">
      <dgm:prSet presAssocID="{0B1D447D-6A0E-46FB-8609-B47F1B4E2609}" presName="child4" presStyleLbl="bgAcc1" presStyleIdx="3" presStyleCnt="4"/>
      <dgm:spPr/>
    </dgm:pt>
    <dgm:pt modelId="{5ACCEBF9-7663-4012-85EE-7A3D10A413E0}" type="pres">
      <dgm:prSet presAssocID="{0B1D447D-6A0E-46FB-8609-B47F1B4E2609}" presName="child4Text" presStyleLbl="bgAcc1" presStyleIdx="3" presStyleCnt="4">
        <dgm:presLayoutVars>
          <dgm:bulletEnabled val="1"/>
        </dgm:presLayoutVars>
      </dgm:prSet>
      <dgm:spPr/>
    </dgm:pt>
    <dgm:pt modelId="{F0F67FBD-2DA2-43E7-859E-A36E2F6DFCB1}" type="pres">
      <dgm:prSet presAssocID="{0B1D447D-6A0E-46FB-8609-B47F1B4E2609}" presName="childPlaceholder" presStyleCnt="0"/>
      <dgm:spPr/>
    </dgm:pt>
    <dgm:pt modelId="{5CCA8339-8935-433F-89B0-FE5F121DA237}" type="pres">
      <dgm:prSet presAssocID="{0B1D447D-6A0E-46FB-8609-B47F1B4E2609}" presName="circle" presStyleCnt="0"/>
      <dgm:spPr/>
    </dgm:pt>
    <dgm:pt modelId="{B9E09BA2-6031-462B-94EC-F7D363374F8B}" type="pres">
      <dgm:prSet presAssocID="{0B1D447D-6A0E-46FB-8609-B47F1B4E2609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EBB88E31-10CD-4880-B4A0-E7B077BB72F4}" type="pres">
      <dgm:prSet presAssocID="{0B1D447D-6A0E-46FB-8609-B47F1B4E2609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0E0151AF-B710-49B1-BC0F-FD3C9151211D}" type="pres">
      <dgm:prSet presAssocID="{0B1D447D-6A0E-46FB-8609-B47F1B4E2609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819495A2-F861-4361-9E29-A308D02D432C}" type="pres">
      <dgm:prSet presAssocID="{0B1D447D-6A0E-46FB-8609-B47F1B4E2609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2D094D4-2409-48CC-89B9-7A6E6AB5D79A}" type="pres">
      <dgm:prSet presAssocID="{0B1D447D-6A0E-46FB-8609-B47F1B4E2609}" presName="quadrantPlaceholder" presStyleCnt="0"/>
      <dgm:spPr/>
    </dgm:pt>
    <dgm:pt modelId="{87E1CC2C-5D76-4821-82DC-182AEF34DB02}" type="pres">
      <dgm:prSet presAssocID="{0B1D447D-6A0E-46FB-8609-B47F1B4E2609}" presName="center1" presStyleLbl="fgShp" presStyleIdx="0" presStyleCnt="2"/>
      <dgm:spPr/>
    </dgm:pt>
    <dgm:pt modelId="{A01B2E99-DEC1-44FE-9D7F-B6944773E314}" type="pres">
      <dgm:prSet presAssocID="{0B1D447D-6A0E-46FB-8609-B47F1B4E2609}" presName="center2" presStyleLbl="fgShp" presStyleIdx="1" presStyleCnt="2"/>
      <dgm:spPr/>
    </dgm:pt>
  </dgm:ptLst>
  <dgm:cxnLst>
    <dgm:cxn modelId="{3DAA6D03-5BFC-49D9-A069-5BAA39CBB81F}" srcId="{E3B3ED9F-A96F-4071-94FC-CBDC339F445F}" destId="{978BB69F-E552-43D0-8CC4-CD023C0D55AE}" srcOrd="1" destOrd="0" parTransId="{6830C248-61DB-4E24-AA0B-2A6A2664AEDA}" sibTransId="{AC5B63E5-DEC8-435F-8D53-B029C4F1DEB6}"/>
    <dgm:cxn modelId="{E8845110-7BB1-4232-8A92-603D0465A12B}" type="presOf" srcId="{53BA31AD-BAF2-4AAC-AB05-AB9E7D58B869}" destId="{D27A1070-AFC0-485B-8FD1-914FAA9901A3}" srcOrd="0" destOrd="1" presId="urn:microsoft.com/office/officeart/2005/8/layout/cycle4"/>
    <dgm:cxn modelId="{2A3DC811-74B7-4C17-B544-B1BE9A8A1E2B}" type="presOf" srcId="{E3B3ED9F-A96F-4071-94FC-CBDC339F445F}" destId="{0E0151AF-B710-49B1-BC0F-FD3C9151211D}" srcOrd="0" destOrd="0" presId="urn:microsoft.com/office/officeart/2005/8/layout/cycle4"/>
    <dgm:cxn modelId="{37994115-12C9-4E78-B648-9DD3269264C1}" type="presOf" srcId="{12E35173-4CA5-41CE-A774-19FE17CD6317}" destId="{050677F8-8FA9-4BC4-9B6B-682BA0DC70D8}" srcOrd="0" destOrd="0" presId="urn:microsoft.com/office/officeart/2005/8/layout/cycle4"/>
    <dgm:cxn modelId="{0058F529-2106-4793-AD34-ED20C331F178}" srcId="{E3B3ED9F-A96F-4071-94FC-CBDC339F445F}" destId="{FE15D247-D466-4925-B861-BA170B3036B7}" srcOrd="0" destOrd="0" parTransId="{3EE39812-8664-4ACA-A915-D33EF71B6F77}" sibTransId="{312DAC5C-EB25-4BEB-B413-B915ECD3BB0F}"/>
    <dgm:cxn modelId="{40548A5B-4B36-4370-A362-0DAFB940368D}" type="presOf" srcId="{DFFA614D-90F7-49F8-8B3A-CD8EC8033CE7}" destId="{D27A1070-AFC0-485B-8FD1-914FAA9901A3}" srcOrd="0" destOrd="0" presId="urn:microsoft.com/office/officeart/2005/8/layout/cycle4"/>
    <dgm:cxn modelId="{6BCEC15D-DB6A-418E-B1E2-82C02AD81D95}" srcId="{C04C0DDE-31F5-44D6-9273-64F7920594F2}" destId="{A9878F40-BFA9-41D8-A2CA-5A2A266D70A9}" srcOrd="1" destOrd="0" parTransId="{BFC05DDB-00C5-4794-AA15-2D05D6E1E435}" sibTransId="{E9AB44A1-3331-4E4A-A359-9ED4D20D1A57}"/>
    <dgm:cxn modelId="{25BA184B-7025-4C95-80FA-56B0B4AD00FB}" type="presOf" srcId="{90DD09F2-1978-4586-BACC-D56C1B8BC614}" destId="{C1F59EAE-115E-4F70-BEFD-6E7B1E614802}" srcOrd="0" destOrd="0" presId="urn:microsoft.com/office/officeart/2005/8/layout/cycle4"/>
    <dgm:cxn modelId="{343ED072-AB8C-41BE-8498-C055213DAB59}" srcId="{C04C0DDE-31F5-44D6-9273-64F7920594F2}" destId="{90DD09F2-1978-4586-BACC-D56C1B8BC614}" srcOrd="0" destOrd="0" parTransId="{BB776431-532E-49C8-8161-10CB4B07E5FC}" sibTransId="{EE12B2F5-C804-4314-A39E-827F7E9AEF79}"/>
    <dgm:cxn modelId="{D730A853-E995-4F75-BEE0-20A3C1C3777C}" type="presOf" srcId="{978BB69F-E552-43D0-8CC4-CD023C0D55AE}" destId="{88360C72-4DFB-42CD-B6EA-DDB0401D6BFD}" srcOrd="1" destOrd="1" presId="urn:microsoft.com/office/officeart/2005/8/layout/cycle4"/>
    <dgm:cxn modelId="{E7949355-CF69-42CF-9746-37E3E3130395}" type="presOf" srcId="{FE15D247-D466-4925-B861-BA170B3036B7}" destId="{B0687104-1D7D-429C-91EE-35982842FFBB}" srcOrd="0" destOrd="0" presId="urn:microsoft.com/office/officeart/2005/8/layout/cycle4"/>
    <dgm:cxn modelId="{939E9757-D2C2-4162-82E2-078B4A63A09F}" srcId="{0B1D447D-6A0E-46FB-8609-B47F1B4E2609}" destId="{5AB5B143-A2A5-4C80-BCB2-E839E3358710}" srcOrd="3" destOrd="0" parTransId="{21B23A05-04FB-47C3-9DC8-44CEDFBDA600}" sibTransId="{9FB6B7AC-7BF0-4965-BFB4-168391F03B34}"/>
    <dgm:cxn modelId="{FE92C759-BE29-4B08-940B-B0C789C23B83}" type="presOf" srcId="{12E35173-4CA5-41CE-A774-19FE17CD6317}" destId="{5ACCEBF9-7663-4012-85EE-7A3D10A413E0}" srcOrd="1" destOrd="0" presId="urn:microsoft.com/office/officeart/2005/8/layout/cycle4"/>
    <dgm:cxn modelId="{97B53B7E-B14A-47EB-B563-973E34743D33}" type="presOf" srcId="{53BA31AD-BAF2-4AAC-AB05-AB9E7D58B869}" destId="{5DB3136E-4542-44A5-B420-813EB618C97D}" srcOrd="1" destOrd="1" presId="urn:microsoft.com/office/officeart/2005/8/layout/cycle4"/>
    <dgm:cxn modelId="{71E16382-EB7C-4A9A-8CF5-80AC65E84641}" type="presOf" srcId="{A9878F40-BFA9-41D8-A2CA-5A2A266D70A9}" destId="{45C0A952-5AAB-401D-80A7-C795DFD0BA76}" srcOrd="1" destOrd="1" presId="urn:microsoft.com/office/officeart/2005/8/layout/cycle4"/>
    <dgm:cxn modelId="{534F9083-A109-4065-B0FB-7F1C2E54F032}" type="presOf" srcId="{FE15D247-D466-4925-B861-BA170B3036B7}" destId="{88360C72-4DFB-42CD-B6EA-DDB0401D6BFD}" srcOrd="1" destOrd="0" presId="urn:microsoft.com/office/officeart/2005/8/layout/cycle4"/>
    <dgm:cxn modelId="{90FA7286-643D-46DB-A4AA-4407D9DBB68E}" srcId="{0B1D447D-6A0E-46FB-8609-B47F1B4E2609}" destId="{C04C0DDE-31F5-44D6-9273-64F7920594F2}" srcOrd="0" destOrd="0" parTransId="{7755174B-905A-481D-BCDD-B7AC30562343}" sibTransId="{11C37365-FDC7-4E25-B8F1-BD22C6A16101}"/>
    <dgm:cxn modelId="{70F0EE8A-D6FE-4AF4-8B70-BF6E3E910F5A}" type="presOf" srcId="{A9878F40-BFA9-41D8-A2CA-5A2A266D70A9}" destId="{C1F59EAE-115E-4F70-BEFD-6E7B1E614802}" srcOrd="0" destOrd="1" presId="urn:microsoft.com/office/officeart/2005/8/layout/cycle4"/>
    <dgm:cxn modelId="{59AC2F8E-8CA2-4F3E-80E4-B7016BCA6BB6}" srcId="{0B1D447D-6A0E-46FB-8609-B47F1B4E2609}" destId="{E97FF066-DB8F-4F9F-90AE-47AA1C1279F1}" srcOrd="1" destOrd="0" parTransId="{6E6BD353-444F-49F2-A957-EE8EDFF92508}" sibTransId="{F98551B8-B589-46FE-B38A-D2AA9B3DED0A}"/>
    <dgm:cxn modelId="{6D7861A9-6B20-470C-B7EE-502E7B171FC0}" type="presOf" srcId="{5AB5B143-A2A5-4C80-BCB2-E839E3358710}" destId="{819495A2-F861-4361-9E29-A308D02D432C}" srcOrd="0" destOrd="0" presId="urn:microsoft.com/office/officeart/2005/8/layout/cycle4"/>
    <dgm:cxn modelId="{94CEB7AD-60FF-4522-9ECB-7D90B2DCBBB7}" type="presOf" srcId="{C04C0DDE-31F5-44D6-9273-64F7920594F2}" destId="{B9E09BA2-6031-462B-94EC-F7D363374F8B}" srcOrd="0" destOrd="0" presId="urn:microsoft.com/office/officeart/2005/8/layout/cycle4"/>
    <dgm:cxn modelId="{215AEEB1-B305-4EFF-95D9-9075EE6AE6D9}" type="presOf" srcId="{DFFA614D-90F7-49F8-8B3A-CD8EC8033CE7}" destId="{5DB3136E-4542-44A5-B420-813EB618C97D}" srcOrd="1" destOrd="0" presId="urn:microsoft.com/office/officeart/2005/8/layout/cycle4"/>
    <dgm:cxn modelId="{6C68D7B5-ACD8-44E7-B33F-AE64F54DE026}" type="presOf" srcId="{29782F5C-E124-467B-A44C-A52E42ED6899}" destId="{050677F8-8FA9-4BC4-9B6B-682BA0DC70D8}" srcOrd="0" destOrd="1" presId="urn:microsoft.com/office/officeart/2005/8/layout/cycle4"/>
    <dgm:cxn modelId="{E6A43BB8-463A-476B-BF0F-547A5BEC7521}" type="presOf" srcId="{90DD09F2-1978-4586-BACC-D56C1B8BC614}" destId="{45C0A952-5AAB-401D-80A7-C795DFD0BA76}" srcOrd="1" destOrd="0" presId="urn:microsoft.com/office/officeart/2005/8/layout/cycle4"/>
    <dgm:cxn modelId="{CDFA3CB9-EEC7-4E70-B36E-2917679E6AA2}" srcId="{E97FF066-DB8F-4F9F-90AE-47AA1C1279F1}" destId="{53BA31AD-BAF2-4AAC-AB05-AB9E7D58B869}" srcOrd="1" destOrd="0" parTransId="{9B4EC370-88EA-400A-A4FD-50BA130E905A}" sibTransId="{9C740327-7B36-4A54-BA2A-07182808376C}"/>
    <dgm:cxn modelId="{CE2F97C1-5CA2-4962-B6CE-6BD9706BE044}" type="presOf" srcId="{978BB69F-E552-43D0-8CC4-CD023C0D55AE}" destId="{B0687104-1D7D-429C-91EE-35982842FFBB}" srcOrd="0" destOrd="1" presId="urn:microsoft.com/office/officeart/2005/8/layout/cycle4"/>
    <dgm:cxn modelId="{E6B0F8C4-FBC6-497C-A24C-0DD3895F5DE6}" type="presOf" srcId="{29782F5C-E124-467B-A44C-A52E42ED6899}" destId="{5ACCEBF9-7663-4012-85EE-7A3D10A413E0}" srcOrd="1" destOrd="1" presId="urn:microsoft.com/office/officeart/2005/8/layout/cycle4"/>
    <dgm:cxn modelId="{08CE54D0-E00D-46DB-9BAA-120D58FA5E5A}" srcId="{0B1D447D-6A0E-46FB-8609-B47F1B4E2609}" destId="{E3B3ED9F-A96F-4071-94FC-CBDC339F445F}" srcOrd="2" destOrd="0" parTransId="{1A4CBA7D-564B-4763-84F6-B16273FE706D}" sibTransId="{B217984C-93B1-472F-82AE-0D1C643323AC}"/>
    <dgm:cxn modelId="{DF721FD7-CF9A-4EFC-9FE1-CED9DF9EF510}" srcId="{E97FF066-DB8F-4F9F-90AE-47AA1C1279F1}" destId="{DFFA614D-90F7-49F8-8B3A-CD8EC8033CE7}" srcOrd="0" destOrd="0" parTransId="{B73418CB-54B9-458F-BBBC-45E04E40744B}" sibTransId="{44DFFFFF-03D5-4342-B9A7-015E3172EB20}"/>
    <dgm:cxn modelId="{2CC817DF-C5DB-4ECB-B33E-C2A1DAF0AAC8}" srcId="{5AB5B143-A2A5-4C80-BCB2-E839E3358710}" destId="{29782F5C-E124-467B-A44C-A52E42ED6899}" srcOrd="1" destOrd="0" parTransId="{68DBF84C-72FE-4E17-95FF-5DB8672821C3}" sibTransId="{5B2898AE-83AD-4FCE-BE31-56E1E936AC7A}"/>
    <dgm:cxn modelId="{07592FE3-63A7-40CB-9489-F67CC525FB8E}" type="presOf" srcId="{E97FF066-DB8F-4F9F-90AE-47AA1C1279F1}" destId="{EBB88E31-10CD-4880-B4A0-E7B077BB72F4}" srcOrd="0" destOrd="0" presId="urn:microsoft.com/office/officeart/2005/8/layout/cycle4"/>
    <dgm:cxn modelId="{6CA975E4-2110-4D41-9247-ACCADD468E83}" srcId="{5AB5B143-A2A5-4C80-BCB2-E839E3358710}" destId="{12E35173-4CA5-41CE-A774-19FE17CD6317}" srcOrd="0" destOrd="0" parTransId="{30FCDCDA-7EA1-481D-A335-DAF372862DB0}" sibTransId="{FC5AF863-DD00-497D-8437-122A977BA3A0}"/>
    <dgm:cxn modelId="{2A1E0CF1-294A-4015-8279-3FC68FB204FB}" type="presOf" srcId="{0B1D447D-6A0E-46FB-8609-B47F1B4E2609}" destId="{5E6611A7-6CF0-4180-872B-0654A8E086A1}" srcOrd="0" destOrd="0" presId="urn:microsoft.com/office/officeart/2005/8/layout/cycle4"/>
    <dgm:cxn modelId="{8A4C6EDC-33AE-4832-BF49-8914447876CA}" type="presParOf" srcId="{5E6611A7-6CF0-4180-872B-0654A8E086A1}" destId="{40ED0DBC-7E0A-40DD-997C-D6B7712A2182}" srcOrd="0" destOrd="0" presId="urn:microsoft.com/office/officeart/2005/8/layout/cycle4"/>
    <dgm:cxn modelId="{5CB1D03C-44FF-47E8-86FC-A567112C7F02}" type="presParOf" srcId="{40ED0DBC-7E0A-40DD-997C-D6B7712A2182}" destId="{476C67AD-BE15-44E0-9DBF-36F08DDFDDF8}" srcOrd="0" destOrd="0" presId="urn:microsoft.com/office/officeart/2005/8/layout/cycle4"/>
    <dgm:cxn modelId="{30AD9B03-EAC4-479C-B29A-AA1F49DD26FD}" type="presParOf" srcId="{476C67AD-BE15-44E0-9DBF-36F08DDFDDF8}" destId="{C1F59EAE-115E-4F70-BEFD-6E7B1E614802}" srcOrd="0" destOrd="0" presId="urn:microsoft.com/office/officeart/2005/8/layout/cycle4"/>
    <dgm:cxn modelId="{14A545AD-6F53-4663-9CA9-AE233B1B140E}" type="presParOf" srcId="{476C67AD-BE15-44E0-9DBF-36F08DDFDDF8}" destId="{45C0A952-5AAB-401D-80A7-C795DFD0BA76}" srcOrd="1" destOrd="0" presId="urn:microsoft.com/office/officeart/2005/8/layout/cycle4"/>
    <dgm:cxn modelId="{D7C1820A-5145-4CA8-96B3-91E74E196DF8}" type="presParOf" srcId="{40ED0DBC-7E0A-40DD-997C-D6B7712A2182}" destId="{89C0F7CE-78E9-4AA0-9738-6F8057877799}" srcOrd="1" destOrd="0" presId="urn:microsoft.com/office/officeart/2005/8/layout/cycle4"/>
    <dgm:cxn modelId="{E54EAF1A-FB8B-46EB-B972-A7E8E8386F02}" type="presParOf" srcId="{89C0F7CE-78E9-4AA0-9738-6F8057877799}" destId="{D27A1070-AFC0-485B-8FD1-914FAA9901A3}" srcOrd="0" destOrd="0" presId="urn:microsoft.com/office/officeart/2005/8/layout/cycle4"/>
    <dgm:cxn modelId="{4B6B6677-2657-48BF-A40B-C77932F87B3D}" type="presParOf" srcId="{89C0F7CE-78E9-4AA0-9738-6F8057877799}" destId="{5DB3136E-4542-44A5-B420-813EB618C97D}" srcOrd="1" destOrd="0" presId="urn:microsoft.com/office/officeart/2005/8/layout/cycle4"/>
    <dgm:cxn modelId="{1F612064-C4DB-45D7-969A-4E558E708AF7}" type="presParOf" srcId="{40ED0DBC-7E0A-40DD-997C-D6B7712A2182}" destId="{819343EF-C3A8-4DD0-AF31-B4C1048FA9C1}" srcOrd="2" destOrd="0" presId="urn:microsoft.com/office/officeart/2005/8/layout/cycle4"/>
    <dgm:cxn modelId="{B08ADDDF-7C09-45EC-8183-51679695CC7E}" type="presParOf" srcId="{819343EF-C3A8-4DD0-AF31-B4C1048FA9C1}" destId="{B0687104-1D7D-429C-91EE-35982842FFBB}" srcOrd="0" destOrd="0" presId="urn:microsoft.com/office/officeart/2005/8/layout/cycle4"/>
    <dgm:cxn modelId="{41F15EB3-AA6D-4A96-BF41-10A5549C63CD}" type="presParOf" srcId="{819343EF-C3A8-4DD0-AF31-B4C1048FA9C1}" destId="{88360C72-4DFB-42CD-B6EA-DDB0401D6BFD}" srcOrd="1" destOrd="0" presId="urn:microsoft.com/office/officeart/2005/8/layout/cycle4"/>
    <dgm:cxn modelId="{EE950E67-D428-4931-9B8B-0FF3610C2469}" type="presParOf" srcId="{40ED0DBC-7E0A-40DD-997C-D6B7712A2182}" destId="{0B3C73A7-EDA4-4083-83B1-A65E53710108}" srcOrd="3" destOrd="0" presId="urn:microsoft.com/office/officeart/2005/8/layout/cycle4"/>
    <dgm:cxn modelId="{5B1DE01F-1929-4035-8176-F76FD04C20DD}" type="presParOf" srcId="{0B3C73A7-EDA4-4083-83B1-A65E53710108}" destId="{050677F8-8FA9-4BC4-9B6B-682BA0DC70D8}" srcOrd="0" destOrd="0" presId="urn:microsoft.com/office/officeart/2005/8/layout/cycle4"/>
    <dgm:cxn modelId="{862EE542-C700-47B1-BC84-28B00D875BA9}" type="presParOf" srcId="{0B3C73A7-EDA4-4083-83B1-A65E53710108}" destId="{5ACCEBF9-7663-4012-85EE-7A3D10A413E0}" srcOrd="1" destOrd="0" presId="urn:microsoft.com/office/officeart/2005/8/layout/cycle4"/>
    <dgm:cxn modelId="{29B7B3BE-8522-4423-B740-5B584959B7A2}" type="presParOf" srcId="{40ED0DBC-7E0A-40DD-997C-D6B7712A2182}" destId="{F0F67FBD-2DA2-43E7-859E-A36E2F6DFCB1}" srcOrd="4" destOrd="0" presId="urn:microsoft.com/office/officeart/2005/8/layout/cycle4"/>
    <dgm:cxn modelId="{D62BCC0E-4FE0-42FA-B690-F03E98819DF5}" type="presParOf" srcId="{5E6611A7-6CF0-4180-872B-0654A8E086A1}" destId="{5CCA8339-8935-433F-89B0-FE5F121DA237}" srcOrd="1" destOrd="0" presId="urn:microsoft.com/office/officeart/2005/8/layout/cycle4"/>
    <dgm:cxn modelId="{D78133F0-C340-45E1-916F-1667C90B5516}" type="presParOf" srcId="{5CCA8339-8935-433F-89B0-FE5F121DA237}" destId="{B9E09BA2-6031-462B-94EC-F7D363374F8B}" srcOrd="0" destOrd="0" presId="urn:microsoft.com/office/officeart/2005/8/layout/cycle4"/>
    <dgm:cxn modelId="{9B8A1BBF-7B34-4386-939F-E22B13071588}" type="presParOf" srcId="{5CCA8339-8935-433F-89B0-FE5F121DA237}" destId="{EBB88E31-10CD-4880-B4A0-E7B077BB72F4}" srcOrd="1" destOrd="0" presId="urn:microsoft.com/office/officeart/2005/8/layout/cycle4"/>
    <dgm:cxn modelId="{6A05A1B8-3283-4481-9CD2-D6D6AED72CA9}" type="presParOf" srcId="{5CCA8339-8935-433F-89B0-FE5F121DA237}" destId="{0E0151AF-B710-49B1-BC0F-FD3C9151211D}" srcOrd="2" destOrd="0" presId="urn:microsoft.com/office/officeart/2005/8/layout/cycle4"/>
    <dgm:cxn modelId="{9A66DF4A-9FED-402A-A551-E1AA70B3AE2A}" type="presParOf" srcId="{5CCA8339-8935-433F-89B0-FE5F121DA237}" destId="{819495A2-F861-4361-9E29-A308D02D432C}" srcOrd="3" destOrd="0" presId="urn:microsoft.com/office/officeart/2005/8/layout/cycle4"/>
    <dgm:cxn modelId="{524B9A67-0582-46CA-A558-9179D20DA2FE}" type="presParOf" srcId="{5CCA8339-8935-433F-89B0-FE5F121DA237}" destId="{62D094D4-2409-48CC-89B9-7A6E6AB5D79A}" srcOrd="4" destOrd="0" presId="urn:microsoft.com/office/officeart/2005/8/layout/cycle4"/>
    <dgm:cxn modelId="{97233616-7BEF-47B4-B3C8-7CE42B5861B5}" type="presParOf" srcId="{5E6611A7-6CF0-4180-872B-0654A8E086A1}" destId="{87E1CC2C-5D76-4821-82DC-182AEF34DB02}" srcOrd="2" destOrd="0" presId="urn:microsoft.com/office/officeart/2005/8/layout/cycle4"/>
    <dgm:cxn modelId="{4C61F04A-593F-4B50-A5A2-205A5B533771}" type="presParOf" srcId="{5E6611A7-6CF0-4180-872B-0654A8E086A1}" destId="{A01B2E99-DEC1-44FE-9D7F-B6944773E314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591ADA-550D-45BA-A903-33FCE61FE2C5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D30DFC8-3042-434E-9B05-5EBF137082BB}">
      <dgm:prSet phldrT="[Text]" phldr="1"/>
      <dgm:spPr/>
      <dgm:t>
        <a:bodyPr/>
        <a:lstStyle/>
        <a:p>
          <a:endParaRPr lang="en-IN"/>
        </a:p>
      </dgm:t>
    </dgm:pt>
    <dgm:pt modelId="{FFC8EF4C-C78F-478C-A3D6-9A46051F7A0E}" type="parTrans" cxnId="{8F8F47F0-0F1F-4751-A1B3-95507723B947}">
      <dgm:prSet/>
      <dgm:spPr/>
      <dgm:t>
        <a:bodyPr/>
        <a:lstStyle/>
        <a:p>
          <a:endParaRPr lang="en-IN"/>
        </a:p>
      </dgm:t>
    </dgm:pt>
    <dgm:pt modelId="{8520537B-5E26-40A2-B895-326BAA67D27A}" type="sibTrans" cxnId="{8F8F47F0-0F1F-4751-A1B3-95507723B947}">
      <dgm:prSet/>
      <dgm:spPr/>
      <dgm:t>
        <a:bodyPr/>
        <a:lstStyle/>
        <a:p>
          <a:endParaRPr lang="en-IN"/>
        </a:p>
      </dgm:t>
    </dgm:pt>
    <dgm:pt modelId="{E3668EBB-D49F-4D31-8C9A-ADF519A6E470}">
      <dgm:prSet phldrT="[Text]" phldr="0"/>
      <dgm:spPr/>
      <dgm:t>
        <a:bodyPr/>
        <a:lstStyle/>
        <a:p>
          <a:r>
            <a:rPr lang="en-IN" dirty="0"/>
            <a:t>Raw Data</a:t>
          </a:r>
        </a:p>
      </dgm:t>
    </dgm:pt>
    <dgm:pt modelId="{FBE47694-B724-4FBB-8F64-62C22D2893D4}" type="parTrans" cxnId="{22E06EE9-1FD5-4233-B9C0-1575EA5975E6}">
      <dgm:prSet/>
      <dgm:spPr/>
      <dgm:t>
        <a:bodyPr/>
        <a:lstStyle/>
        <a:p>
          <a:endParaRPr lang="en-IN"/>
        </a:p>
      </dgm:t>
    </dgm:pt>
    <dgm:pt modelId="{A9B4657B-71FE-4E74-B1A7-5E825401061B}" type="sibTrans" cxnId="{22E06EE9-1FD5-4233-B9C0-1575EA5975E6}">
      <dgm:prSet/>
      <dgm:spPr/>
      <dgm:t>
        <a:bodyPr/>
        <a:lstStyle/>
        <a:p>
          <a:endParaRPr lang="en-IN"/>
        </a:p>
      </dgm:t>
    </dgm:pt>
    <dgm:pt modelId="{AE114611-D368-4C58-A72D-AD75A0C3ABBC}">
      <dgm:prSet phldrT="[Text]" phldr="0"/>
      <dgm:spPr/>
      <dgm:t>
        <a:bodyPr/>
        <a:lstStyle/>
        <a:p>
          <a:r>
            <a:rPr lang="en-IN" dirty="0"/>
            <a:t>Meta Data</a:t>
          </a:r>
        </a:p>
      </dgm:t>
    </dgm:pt>
    <dgm:pt modelId="{C6AC4F6B-2DDF-440F-804C-7D9DD79D9082}" type="parTrans" cxnId="{4A57F4F0-D8C0-4950-BE88-23B882B5A43B}">
      <dgm:prSet/>
      <dgm:spPr/>
      <dgm:t>
        <a:bodyPr/>
        <a:lstStyle/>
        <a:p>
          <a:endParaRPr lang="en-IN"/>
        </a:p>
      </dgm:t>
    </dgm:pt>
    <dgm:pt modelId="{2D71BD2B-FEDA-45E3-9333-4816DCB0522C}" type="sibTrans" cxnId="{4A57F4F0-D8C0-4950-BE88-23B882B5A43B}">
      <dgm:prSet/>
      <dgm:spPr/>
      <dgm:t>
        <a:bodyPr/>
        <a:lstStyle/>
        <a:p>
          <a:endParaRPr lang="en-IN"/>
        </a:p>
      </dgm:t>
    </dgm:pt>
    <dgm:pt modelId="{73092976-62F2-4222-95A7-803A2065B38F}">
      <dgm:prSet phldrT="[Text]" phldr="1"/>
      <dgm:spPr/>
      <dgm:t>
        <a:bodyPr/>
        <a:lstStyle/>
        <a:p>
          <a:endParaRPr lang="en-IN"/>
        </a:p>
      </dgm:t>
    </dgm:pt>
    <dgm:pt modelId="{EDF45D30-5A8A-4015-9204-59B0888A192C}" type="parTrans" cxnId="{5EA7A31A-E1A0-4086-8169-ED979186FC97}">
      <dgm:prSet/>
      <dgm:spPr/>
      <dgm:t>
        <a:bodyPr/>
        <a:lstStyle/>
        <a:p>
          <a:endParaRPr lang="en-IN"/>
        </a:p>
      </dgm:t>
    </dgm:pt>
    <dgm:pt modelId="{79ABEF7A-7064-4EAA-ADC0-9873329C09D2}" type="sibTrans" cxnId="{5EA7A31A-E1A0-4086-8169-ED979186FC97}">
      <dgm:prSet/>
      <dgm:spPr/>
      <dgm:t>
        <a:bodyPr/>
        <a:lstStyle/>
        <a:p>
          <a:endParaRPr lang="en-IN"/>
        </a:p>
      </dgm:t>
    </dgm:pt>
    <dgm:pt modelId="{1C762F63-BBB0-4CA3-955A-234F64E1A933}">
      <dgm:prSet phldrT="[Text]" phldr="0"/>
      <dgm:spPr/>
      <dgm:t>
        <a:bodyPr/>
        <a:lstStyle/>
        <a:p>
          <a:r>
            <a:rPr lang="en-IN" dirty="0"/>
            <a:t>QC (Quality Control)</a:t>
          </a:r>
        </a:p>
      </dgm:t>
    </dgm:pt>
    <dgm:pt modelId="{7CD7A0FF-A0E5-474F-806B-4DDA93C6E7C7}" type="parTrans" cxnId="{293563C2-8F63-4415-AAAB-873EE5B1189C}">
      <dgm:prSet/>
      <dgm:spPr/>
      <dgm:t>
        <a:bodyPr/>
        <a:lstStyle/>
        <a:p>
          <a:endParaRPr lang="en-IN"/>
        </a:p>
      </dgm:t>
    </dgm:pt>
    <dgm:pt modelId="{CCB775E7-C4B2-4987-B63E-C18300397EF7}" type="sibTrans" cxnId="{293563C2-8F63-4415-AAAB-873EE5B1189C}">
      <dgm:prSet/>
      <dgm:spPr/>
      <dgm:t>
        <a:bodyPr/>
        <a:lstStyle/>
        <a:p>
          <a:endParaRPr lang="en-IN"/>
        </a:p>
      </dgm:t>
    </dgm:pt>
    <dgm:pt modelId="{99002C2F-85E4-4698-96B9-328942C22F1B}">
      <dgm:prSet phldrT="[Text]" phldr="0"/>
      <dgm:spPr/>
      <dgm:t>
        <a:bodyPr/>
        <a:lstStyle/>
        <a:p>
          <a:r>
            <a:rPr lang="en-IN" dirty="0"/>
            <a:t>Tag removal</a:t>
          </a:r>
        </a:p>
      </dgm:t>
    </dgm:pt>
    <dgm:pt modelId="{545539F4-FE1F-4159-9DC3-FFBC6233125E}" type="parTrans" cxnId="{F9780AC8-2BD4-4819-8316-2A2C6D681601}">
      <dgm:prSet/>
      <dgm:spPr/>
      <dgm:t>
        <a:bodyPr/>
        <a:lstStyle/>
        <a:p>
          <a:endParaRPr lang="en-IN"/>
        </a:p>
      </dgm:t>
    </dgm:pt>
    <dgm:pt modelId="{3D095925-B8F2-4381-9B2B-3138A035A986}" type="sibTrans" cxnId="{F9780AC8-2BD4-4819-8316-2A2C6D681601}">
      <dgm:prSet/>
      <dgm:spPr/>
      <dgm:t>
        <a:bodyPr/>
        <a:lstStyle/>
        <a:p>
          <a:endParaRPr lang="en-IN"/>
        </a:p>
      </dgm:t>
    </dgm:pt>
    <dgm:pt modelId="{3485F9A0-D645-4945-A7CF-2FF33DF08651}">
      <dgm:prSet phldrT="[Text]" phldr="1"/>
      <dgm:spPr/>
      <dgm:t>
        <a:bodyPr/>
        <a:lstStyle/>
        <a:p>
          <a:endParaRPr lang="en-IN"/>
        </a:p>
      </dgm:t>
    </dgm:pt>
    <dgm:pt modelId="{C2671D37-7FE6-4819-BBC7-5E4949A924F1}" type="parTrans" cxnId="{5B3C2761-A6B0-4D0E-BBFB-1F55601B82F3}">
      <dgm:prSet/>
      <dgm:spPr/>
      <dgm:t>
        <a:bodyPr/>
        <a:lstStyle/>
        <a:p>
          <a:endParaRPr lang="en-IN"/>
        </a:p>
      </dgm:t>
    </dgm:pt>
    <dgm:pt modelId="{FE0EE20F-32B1-4C79-BA82-70409508099E}" type="sibTrans" cxnId="{5B3C2761-A6B0-4D0E-BBFB-1F55601B82F3}">
      <dgm:prSet/>
      <dgm:spPr/>
      <dgm:t>
        <a:bodyPr/>
        <a:lstStyle/>
        <a:p>
          <a:endParaRPr lang="en-IN"/>
        </a:p>
      </dgm:t>
    </dgm:pt>
    <dgm:pt modelId="{E303E88A-E519-485F-995C-86EC274F6E9E}">
      <dgm:prSet phldrT="[Text]" phldr="0"/>
      <dgm:spPr/>
      <dgm:t>
        <a:bodyPr/>
        <a:lstStyle/>
        <a:p>
          <a:r>
            <a:rPr lang="en-IN" dirty="0"/>
            <a:t>Qiime2 classification</a:t>
          </a:r>
        </a:p>
      </dgm:t>
    </dgm:pt>
    <dgm:pt modelId="{0C3FB32E-0D44-460F-A2C5-8455E41E19C0}" type="parTrans" cxnId="{79FBC55F-A184-443A-8A32-E15CB5B14BB0}">
      <dgm:prSet/>
      <dgm:spPr/>
      <dgm:t>
        <a:bodyPr/>
        <a:lstStyle/>
        <a:p>
          <a:endParaRPr lang="en-IN"/>
        </a:p>
      </dgm:t>
    </dgm:pt>
    <dgm:pt modelId="{7A678FD9-A6F0-4954-B1B2-C6AC8D6CD1B3}" type="sibTrans" cxnId="{79FBC55F-A184-443A-8A32-E15CB5B14BB0}">
      <dgm:prSet/>
      <dgm:spPr/>
      <dgm:t>
        <a:bodyPr/>
        <a:lstStyle/>
        <a:p>
          <a:endParaRPr lang="en-IN"/>
        </a:p>
      </dgm:t>
    </dgm:pt>
    <dgm:pt modelId="{A222738E-1DF2-4908-B35D-075E33ACED0D}">
      <dgm:prSet phldrT="[Text]" phldr="0"/>
      <dgm:spPr/>
      <dgm:t>
        <a:bodyPr/>
        <a:lstStyle/>
        <a:p>
          <a:r>
            <a:rPr lang="en-IN" dirty="0"/>
            <a:t>Python Visualisation</a:t>
          </a:r>
        </a:p>
      </dgm:t>
    </dgm:pt>
    <dgm:pt modelId="{A79255BA-E67B-4B61-B7EA-7E8EEEDB8B48}" type="parTrans" cxnId="{E399938C-BDE7-4719-807C-A5B14F10810A}">
      <dgm:prSet/>
      <dgm:spPr/>
      <dgm:t>
        <a:bodyPr/>
        <a:lstStyle/>
        <a:p>
          <a:endParaRPr lang="en-IN"/>
        </a:p>
      </dgm:t>
    </dgm:pt>
    <dgm:pt modelId="{78014F17-A080-48E4-B3DF-7EF980A7B2A0}" type="sibTrans" cxnId="{E399938C-BDE7-4719-807C-A5B14F10810A}">
      <dgm:prSet/>
      <dgm:spPr/>
      <dgm:t>
        <a:bodyPr/>
        <a:lstStyle/>
        <a:p>
          <a:endParaRPr lang="en-IN"/>
        </a:p>
      </dgm:t>
    </dgm:pt>
    <dgm:pt modelId="{C490E9F6-DAD6-4FF5-B418-8458F53C90EF}" type="pres">
      <dgm:prSet presAssocID="{D1591ADA-550D-45BA-A903-33FCE61FE2C5}" presName="linearFlow" presStyleCnt="0">
        <dgm:presLayoutVars>
          <dgm:dir/>
          <dgm:animLvl val="lvl"/>
          <dgm:resizeHandles val="exact"/>
        </dgm:presLayoutVars>
      </dgm:prSet>
      <dgm:spPr/>
    </dgm:pt>
    <dgm:pt modelId="{AB8F7A7E-DAA1-47E7-ADD0-E16EF34A6F6B}" type="pres">
      <dgm:prSet presAssocID="{6D30DFC8-3042-434E-9B05-5EBF137082BB}" presName="composite" presStyleCnt="0"/>
      <dgm:spPr/>
    </dgm:pt>
    <dgm:pt modelId="{16F8AF0F-682F-497F-A2D4-A5627FA65562}" type="pres">
      <dgm:prSet presAssocID="{6D30DFC8-3042-434E-9B05-5EBF137082B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1AE2F5C-3BE6-4740-8982-6E200CF5145B}" type="pres">
      <dgm:prSet presAssocID="{6D30DFC8-3042-434E-9B05-5EBF137082BB}" presName="descendantText" presStyleLbl="alignAcc1" presStyleIdx="0" presStyleCnt="3">
        <dgm:presLayoutVars>
          <dgm:bulletEnabled val="1"/>
        </dgm:presLayoutVars>
      </dgm:prSet>
      <dgm:spPr/>
    </dgm:pt>
    <dgm:pt modelId="{DC44AB80-B058-4470-B873-A19BA8CD86AE}" type="pres">
      <dgm:prSet presAssocID="{8520537B-5E26-40A2-B895-326BAA67D27A}" presName="sp" presStyleCnt="0"/>
      <dgm:spPr/>
    </dgm:pt>
    <dgm:pt modelId="{443FCF78-EF68-424B-9182-306C812A4961}" type="pres">
      <dgm:prSet presAssocID="{73092976-62F2-4222-95A7-803A2065B38F}" presName="composite" presStyleCnt="0"/>
      <dgm:spPr/>
    </dgm:pt>
    <dgm:pt modelId="{F47139F1-1709-45B4-8402-611454850EC8}" type="pres">
      <dgm:prSet presAssocID="{73092976-62F2-4222-95A7-803A2065B38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494077F-DD11-4470-9830-9F1E519A2537}" type="pres">
      <dgm:prSet presAssocID="{73092976-62F2-4222-95A7-803A2065B38F}" presName="descendantText" presStyleLbl="alignAcc1" presStyleIdx="1" presStyleCnt="3">
        <dgm:presLayoutVars>
          <dgm:bulletEnabled val="1"/>
        </dgm:presLayoutVars>
      </dgm:prSet>
      <dgm:spPr/>
    </dgm:pt>
    <dgm:pt modelId="{76AB2816-30DC-43C8-83AC-150AB2B31926}" type="pres">
      <dgm:prSet presAssocID="{79ABEF7A-7064-4EAA-ADC0-9873329C09D2}" presName="sp" presStyleCnt="0"/>
      <dgm:spPr/>
    </dgm:pt>
    <dgm:pt modelId="{33F1C7E7-5CA6-4C55-8F12-318431C556FF}" type="pres">
      <dgm:prSet presAssocID="{3485F9A0-D645-4945-A7CF-2FF33DF08651}" presName="composite" presStyleCnt="0"/>
      <dgm:spPr/>
    </dgm:pt>
    <dgm:pt modelId="{0BF4B517-8657-43B4-9AC7-D3B1F7B77E8C}" type="pres">
      <dgm:prSet presAssocID="{3485F9A0-D645-4945-A7CF-2FF33DF0865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562A873-7959-4AD8-936E-91CE1CA6B9F2}" type="pres">
      <dgm:prSet presAssocID="{3485F9A0-D645-4945-A7CF-2FF33DF0865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A606D617-5436-44B1-8A55-6ADC2DFE6855}" type="presOf" srcId="{3485F9A0-D645-4945-A7CF-2FF33DF08651}" destId="{0BF4B517-8657-43B4-9AC7-D3B1F7B77E8C}" srcOrd="0" destOrd="0" presId="urn:microsoft.com/office/officeart/2005/8/layout/chevron2"/>
    <dgm:cxn modelId="{5EA7A31A-E1A0-4086-8169-ED979186FC97}" srcId="{D1591ADA-550D-45BA-A903-33FCE61FE2C5}" destId="{73092976-62F2-4222-95A7-803A2065B38F}" srcOrd="1" destOrd="0" parTransId="{EDF45D30-5A8A-4015-9204-59B0888A192C}" sibTransId="{79ABEF7A-7064-4EAA-ADC0-9873329C09D2}"/>
    <dgm:cxn modelId="{801F722C-B309-4304-873D-767D515DA56E}" type="presOf" srcId="{E3668EBB-D49F-4D31-8C9A-ADF519A6E470}" destId="{71AE2F5C-3BE6-4740-8982-6E200CF5145B}" srcOrd="0" destOrd="0" presId="urn:microsoft.com/office/officeart/2005/8/layout/chevron2"/>
    <dgm:cxn modelId="{7CD4FB3C-2121-4C32-B7CB-1A30578AD9FC}" type="presOf" srcId="{73092976-62F2-4222-95A7-803A2065B38F}" destId="{F47139F1-1709-45B4-8402-611454850EC8}" srcOrd="0" destOrd="0" presId="urn:microsoft.com/office/officeart/2005/8/layout/chevron2"/>
    <dgm:cxn modelId="{79FBC55F-A184-443A-8A32-E15CB5B14BB0}" srcId="{3485F9A0-D645-4945-A7CF-2FF33DF08651}" destId="{E303E88A-E519-485F-995C-86EC274F6E9E}" srcOrd="0" destOrd="0" parTransId="{0C3FB32E-0D44-460F-A2C5-8455E41E19C0}" sibTransId="{7A678FD9-A6F0-4954-B1B2-C6AC8D6CD1B3}"/>
    <dgm:cxn modelId="{5B3C2761-A6B0-4D0E-BBFB-1F55601B82F3}" srcId="{D1591ADA-550D-45BA-A903-33FCE61FE2C5}" destId="{3485F9A0-D645-4945-A7CF-2FF33DF08651}" srcOrd="2" destOrd="0" parTransId="{C2671D37-7FE6-4819-BBC7-5E4949A924F1}" sibTransId="{FE0EE20F-32B1-4C79-BA82-70409508099E}"/>
    <dgm:cxn modelId="{E399938C-BDE7-4719-807C-A5B14F10810A}" srcId="{3485F9A0-D645-4945-A7CF-2FF33DF08651}" destId="{A222738E-1DF2-4908-B35D-075E33ACED0D}" srcOrd="1" destOrd="0" parTransId="{A79255BA-E67B-4B61-B7EA-7E8EEEDB8B48}" sibTransId="{78014F17-A080-48E4-B3DF-7EF980A7B2A0}"/>
    <dgm:cxn modelId="{12CC248E-3B54-42A7-9BBA-CB2A9378AF38}" type="presOf" srcId="{99002C2F-85E4-4698-96B9-328942C22F1B}" destId="{0494077F-DD11-4470-9830-9F1E519A2537}" srcOrd="0" destOrd="1" presId="urn:microsoft.com/office/officeart/2005/8/layout/chevron2"/>
    <dgm:cxn modelId="{2D910A93-4F72-4C26-99B9-CA4E3AB94B2B}" type="presOf" srcId="{E303E88A-E519-485F-995C-86EC274F6E9E}" destId="{3562A873-7959-4AD8-936E-91CE1CA6B9F2}" srcOrd="0" destOrd="0" presId="urn:microsoft.com/office/officeart/2005/8/layout/chevron2"/>
    <dgm:cxn modelId="{4DAC7BAF-932B-43F1-A0E9-B0BB96C5D692}" type="presOf" srcId="{1C762F63-BBB0-4CA3-955A-234F64E1A933}" destId="{0494077F-DD11-4470-9830-9F1E519A2537}" srcOrd="0" destOrd="0" presId="urn:microsoft.com/office/officeart/2005/8/layout/chevron2"/>
    <dgm:cxn modelId="{293563C2-8F63-4415-AAAB-873EE5B1189C}" srcId="{73092976-62F2-4222-95A7-803A2065B38F}" destId="{1C762F63-BBB0-4CA3-955A-234F64E1A933}" srcOrd="0" destOrd="0" parTransId="{7CD7A0FF-A0E5-474F-806B-4DDA93C6E7C7}" sibTransId="{CCB775E7-C4B2-4987-B63E-C18300397EF7}"/>
    <dgm:cxn modelId="{E7A8EDC5-8BD6-465E-B2BF-452A0DF06E04}" type="presOf" srcId="{AE114611-D368-4C58-A72D-AD75A0C3ABBC}" destId="{71AE2F5C-3BE6-4740-8982-6E200CF5145B}" srcOrd="0" destOrd="1" presId="urn:microsoft.com/office/officeart/2005/8/layout/chevron2"/>
    <dgm:cxn modelId="{F9780AC8-2BD4-4819-8316-2A2C6D681601}" srcId="{73092976-62F2-4222-95A7-803A2065B38F}" destId="{99002C2F-85E4-4698-96B9-328942C22F1B}" srcOrd="1" destOrd="0" parTransId="{545539F4-FE1F-4159-9DC3-FFBC6233125E}" sibTransId="{3D095925-B8F2-4381-9B2B-3138A035A986}"/>
    <dgm:cxn modelId="{F94883D5-804F-4F3A-9D11-8607258F2A49}" type="presOf" srcId="{A222738E-1DF2-4908-B35D-075E33ACED0D}" destId="{3562A873-7959-4AD8-936E-91CE1CA6B9F2}" srcOrd="0" destOrd="1" presId="urn:microsoft.com/office/officeart/2005/8/layout/chevron2"/>
    <dgm:cxn modelId="{F4DB1ED6-08B3-4907-8BDE-13330D1D5EBB}" type="presOf" srcId="{D1591ADA-550D-45BA-A903-33FCE61FE2C5}" destId="{C490E9F6-DAD6-4FF5-B418-8458F53C90EF}" srcOrd="0" destOrd="0" presId="urn:microsoft.com/office/officeart/2005/8/layout/chevron2"/>
    <dgm:cxn modelId="{22E06EE9-1FD5-4233-B9C0-1575EA5975E6}" srcId="{6D30DFC8-3042-434E-9B05-5EBF137082BB}" destId="{E3668EBB-D49F-4D31-8C9A-ADF519A6E470}" srcOrd="0" destOrd="0" parTransId="{FBE47694-B724-4FBB-8F64-62C22D2893D4}" sibTransId="{A9B4657B-71FE-4E74-B1A7-5E825401061B}"/>
    <dgm:cxn modelId="{8F8F47F0-0F1F-4751-A1B3-95507723B947}" srcId="{D1591ADA-550D-45BA-A903-33FCE61FE2C5}" destId="{6D30DFC8-3042-434E-9B05-5EBF137082BB}" srcOrd="0" destOrd="0" parTransId="{FFC8EF4C-C78F-478C-A3D6-9A46051F7A0E}" sibTransId="{8520537B-5E26-40A2-B895-326BAA67D27A}"/>
    <dgm:cxn modelId="{4A57F4F0-D8C0-4950-BE88-23B882B5A43B}" srcId="{6D30DFC8-3042-434E-9B05-5EBF137082BB}" destId="{AE114611-D368-4C58-A72D-AD75A0C3ABBC}" srcOrd="1" destOrd="0" parTransId="{C6AC4F6B-2DDF-440F-804C-7D9DD79D9082}" sibTransId="{2D71BD2B-FEDA-45E3-9333-4816DCB0522C}"/>
    <dgm:cxn modelId="{3459F0FD-CEE4-46A1-8C6C-5E0A59F5A4CD}" type="presOf" srcId="{6D30DFC8-3042-434E-9B05-5EBF137082BB}" destId="{16F8AF0F-682F-497F-A2D4-A5627FA65562}" srcOrd="0" destOrd="0" presId="urn:microsoft.com/office/officeart/2005/8/layout/chevron2"/>
    <dgm:cxn modelId="{44F75706-AE5A-4AD9-944D-EF03131F5A0C}" type="presParOf" srcId="{C490E9F6-DAD6-4FF5-B418-8458F53C90EF}" destId="{AB8F7A7E-DAA1-47E7-ADD0-E16EF34A6F6B}" srcOrd="0" destOrd="0" presId="urn:microsoft.com/office/officeart/2005/8/layout/chevron2"/>
    <dgm:cxn modelId="{463B1591-1D6C-4FF8-8560-30DA3D2AB6BB}" type="presParOf" srcId="{AB8F7A7E-DAA1-47E7-ADD0-E16EF34A6F6B}" destId="{16F8AF0F-682F-497F-A2D4-A5627FA65562}" srcOrd="0" destOrd="0" presId="urn:microsoft.com/office/officeart/2005/8/layout/chevron2"/>
    <dgm:cxn modelId="{E20145D9-988A-49E6-9EEE-289494794DDB}" type="presParOf" srcId="{AB8F7A7E-DAA1-47E7-ADD0-E16EF34A6F6B}" destId="{71AE2F5C-3BE6-4740-8982-6E200CF5145B}" srcOrd="1" destOrd="0" presId="urn:microsoft.com/office/officeart/2005/8/layout/chevron2"/>
    <dgm:cxn modelId="{34845784-985F-4E05-8A51-1DFC55C1D3E4}" type="presParOf" srcId="{C490E9F6-DAD6-4FF5-B418-8458F53C90EF}" destId="{DC44AB80-B058-4470-B873-A19BA8CD86AE}" srcOrd="1" destOrd="0" presId="urn:microsoft.com/office/officeart/2005/8/layout/chevron2"/>
    <dgm:cxn modelId="{65114CFD-1246-4757-BE80-802B1D20D69C}" type="presParOf" srcId="{C490E9F6-DAD6-4FF5-B418-8458F53C90EF}" destId="{443FCF78-EF68-424B-9182-306C812A4961}" srcOrd="2" destOrd="0" presId="urn:microsoft.com/office/officeart/2005/8/layout/chevron2"/>
    <dgm:cxn modelId="{6481A250-E447-410A-88C9-D8F7C707D801}" type="presParOf" srcId="{443FCF78-EF68-424B-9182-306C812A4961}" destId="{F47139F1-1709-45B4-8402-611454850EC8}" srcOrd="0" destOrd="0" presId="urn:microsoft.com/office/officeart/2005/8/layout/chevron2"/>
    <dgm:cxn modelId="{73FFD86D-3212-4A65-90D3-FA0FF9D5727F}" type="presParOf" srcId="{443FCF78-EF68-424B-9182-306C812A4961}" destId="{0494077F-DD11-4470-9830-9F1E519A2537}" srcOrd="1" destOrd="0" presId="urn:microsoft.com/office/officeart/2005/8/layout/chevron2"/>
    <dgm:cxn modelId="{D279D48E-AC9D-4F0B-B630-027143EBCED4}" type="presParOf" srcId="{C490E9F6-DAD6-4FF5-B418-8458F53C90EF}" destId="{76AB2816-30DC-43C8-83AC-150AB2B31926}" srcOrd="3" destOrd="0" presId="urn:microsoft.com/office/officeart/2005/8/layout/chevron2"/>
    <dgm:cxn modelId="{FFDA4AB8-360B-4FF5-8C85-22951264AC24}" type="presParOf" srcId="{C490E9F6-DAD6-4FF5-B418-8458F53C90EF}" destId="{33F1C7E7-5CA6-4C55-8F12-318431C556FF}" srcOrd="4" destOrd="0" presId="urn:microsoft.com/office/officeart/2005/8/layout/chevron2"/>
    <dgm:cxn modelId="{E032E34B-C55E-4780-8EFF-52383D466FE6}" type="presParOf" srcId="{33F1C7E7-5CA6-4C55-8F12-318431C556FF}" destId="{0BF4B517-8657-43B4-9AC7-D3B1F7B77E8C}" srcOrd="0" destOrd="0" presId="urn:microsoft.com/office/officeart/2005/8/layout/chevron2"/>
    <dgm:cxn modelId="{C309D50D-AF2D-4409-84E2-7593E12B6BFF}" type="presParOf" srcId="{33F1C7E7-5CA6-4C55-8F12-318431C556FF}" destId="{3562A873-7959-4AD8-936E-91CE1CA6B9F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B8ED4-1E53-4188-8604-BF70D7693504}">
      <dsp:nvSpPr>
        <dsp:cNvPr id="0" name=""/>
        <dsp:cNvSpPr/>
      </dsp:nvSpPr>
      <dsp:spPr>
        <a:xfrm>
          <a:off x="5257800" y="1797099"/>
          <a:ext cx="2174490" cy="7559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8569"/>
              </a:lnTo>
              <a:lnTo>
                <a:pt x="2174490" y="378569"/>
              </a:lnTo>
              <a:lnTo>
                <a:pt x="2174490" y="75596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50459-0715-4BF1-884D-3B4452B714B6}">
      <dsp:nvSpPr>
        <dsp:cNvPr id="0" name=""/>
        <dsp:cNvSpPr/>
      </dsp:nvSpPr>
      <dsp:spPr>
        <a:xfrm>
          <a:off x="3083309" y="1797099"/>
          <a:ext cx="2174490" cy="755960"/>
        </a:xfrm>
        <a:custGeom>
          <a:avLst/>
          <a:gdLst/>
          <a:ahLst/>
          <a:cxnLst/>
          <a:rect l="0" t="0" r="0" b="0"/>
          <a:pathLst>
            <a:path>
              <a:moveTo>
                <a:pt x="2174490" y="0"/>
              </a:moveTo>
              <a:lnTo>
                <a:pt x="2174490" y="378569"/>
              </a:lnTo>
              <a:lnTo>
                <a:pt x="0" y="378569"/>
              </a:lnTo>
              <a:lnTo>
                <a:pt x="0" y="75596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B88F1F-BEA5-4EDC-AF05-153BA3002353}">
      <dsp:nvSpPr>
        <dsp:cNvPr id="0" name=""/>
        <dsp:cNvSpPr/>
      </dsp:nvSpPr>
      <dsp:spPr>
        <a:xfrm>
          <a:off x="3460700" y="0"/>
          <a:ext cx="3594199" cy="179709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 dirty="0"/>
            <a:t>Two answer to the same question</a:t>
          </a:r>
        </a:p>
      </dsp:txBody>
      <dsp:txXfrm>
        <a:off x="3460700" y="0"/>
        <a:ext cx="3594199" cy="1797099"/>
      </dsp:txXfrm>
    </dsp:sp>
    <dsp:sp modelId="{3EA5FF0C-0E8E-4B6B-929B-E3F0197DE282}">
      <dsp:nvSpPr>
        <dsp:cNvPr id="0" name=""/>
        <dsp:cNvSpPr/>
      </dsp:nvSpPr>
      <dsp:spPr>
        <a:xfrm>
          <a:off x="1286209" y="2553059"/>
          <a:ext cx="3594199" cy="179709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 dirty="0"/>
            <a:t>Domestic Cattle</a:t>
          </a:r>
        </a:p>
      </dsp:txBody>
      <dsp:txXfrm>
        <a:off x="1286209" y="2553059"/>
        <a:ext cx="3594199" cy="1797099"/>
      </dsp:txXfrm>
    </dsp:sp>
    <dsp:sp modelId="{38902532-1B04-4AA6-802C-963CBD00B557}">
      <dsp:nvSpPr>
        <dsp:cNvPr id="0" name=""/>
        <dsp:cNvSpPr/>
      </dsp:nvSpPr>
      <dsp:spPr>
        <a:xfrm>
          <a:off x="5635190" y="2553059"/>
          <a:ext cx="3594199" cy="179709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 dirty="0"/>
            <a:t>Urban Stray Cattle</a:t>
          </a:r>
        </a:p>
      </dsp:txBody>
      <dsp:txXfrm>
        <a:off x="5635190" y="2553059"/>
        <a:ext cx="3594199" cy="17970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87104-1D7D-429C-91EE-35982842FFBB}">
      <dsp:nvSpPr>
        <dsp:cNvPr id="0" name=""/>
        <dsp:cNvSpPr/>
      </dsp:nvSpPr>
      <dsp:spPr>
        <a:xfrm>
          <a:off x="5936608" y="2958909"/>
          <a:ext cx="2149560" cy="13924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How diet impact them?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Change of type</a:t>
          </a:r>
        </a:p>
      </dsp:txBody>
      <dsp:txXfrm>
        <a:off x="6612064" y="3337603"/>
        <a:ext cx="1443518" cy="983147"/>
      </dsp:txXfrm>
    </dsp:sp>
    <dsp:sp modelId="{050677F8-8FA9-4BC4-9B6B-682BA0DC70D8}">
      <dsp:nvSpPr>
        <dsp:cNvPr id="0" name=""/>
        <dsp:cNvSpPr/>
      </dsp:nvSpPr>
      <dsp:spPr>
        <a:xfrm>
          <a:off x="2429430" y="2958909"/>
          <a:ext cx="2149560" cy="13924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Why they matter for OneHealth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May be </a:t>
          </a:r>
          <a:r>
            <a:rPr lang="en-IN" sz="1300" kern="1200" dirty="0" err="1"/>
            <a:t>resistome</a:t>
          </a:r>
          <a:endParaRPr lang="en-IN" sz="1300" kern="1200" dirty="0"/>
        </a:p>
      </dsp:txBody>
      <dsp:txXfrm>
        <a:off x="2460017" y="3337603"/>
        <a:ext cx="1443518" cy="983147"/>
      </dsp:txXfrm>
    </dsp:sp>
    <dsp:sp modelId="{D27A1070-AFC0-485B-8FD1-914FAA9901A3}">
      <dsp:nvSpPr>
        <dsp:cNvPr id="0" name=""/>
        <dsp:cNvSpPr/>
      </dsp:nvSpPr>
      <dsp:spPr>
        <a:xfrm>
          <a:off x="5936608" y="0"/>
          <a:ext cx="2149560" cy="13924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Who is there?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Microbes</a:t>
          </a:r>
        </a:p>
      </dsp:txBody>
      <dsp:txXfrm>
        <a:off x="6612064" y="30587"/>
        <a:ext cx="1443518" cy="983147"/>
      </dsp:txXfrm>
    </dsp:sp>
    <dsp:sp modelId="{C1F59EAE-115E-4F70-BEFD-6E7B1E614802}">
      <dsp:nvSpPr>
        <dsp:cNvPr id="0" name=""/>
        <dsp:cNvSpPr/>
      </dsp:nvSpPr>
      <dsp:spPr>
        <a:xfrm>
          <a:off x="2429430" y="0"/>
          <a:ext cx="2149560" cy="13924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Who are they?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2 cattle populations</a:t>
          </a:r>
        </a:p>
      </dsp:txBody>
      <dsp:txXfrm>
        <a:off x="2460017" y="30587"/>
        <a:ext cx="1443518" cy="983147"/>
      </dsp:txXfrm>
    </dsp:sp>
    <dsp:sp modelId="{B9E09BA2-6031-462B-94EC-F7D363374F8B}">
      <dsp:nvSpPr>
        <dsp:cNvPr id="0" name=""/>
        <dsp:cNvSpPr/>
      </dsp:nvSpPr>
      <dsp:spPr>
        <a:xfrm>
          <a:off x="3330157" y="248026"/>
          <a:ext cx="1884129" cy="1884129"/>
        </a:xfrm>
        <a:prstGeom prst="pieWedg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Who</a:t>
          </a:r>
        </a:p>
      </dsp:txBody>
      <dsp:txXfrm>
        <a:off x="3882006" y="799875"/>
        <a:ext cx="1332280" cy="1332280"/>
      </dsp:txXfrm>
    </dsp:sp>
    <dsp:sp modelId="{EBB88E31-10CD-4880-B4A0-E7B077BB72F4}">
      <dsp:nvSpPr>
        <dsp:cNvPr id="0" name=""/>
        <dsp:cNvSpPr/>
      </dsp:nvSpPr>
      <dsp:spPr>
        <a:xfrm rot="5400000">
          <a:off x="5301313" y="248026"/>
          <a:ext cx="1884129" cy="1884129"/>
        </a:xfrm>
        <a:prstGeom prst="pieWedg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What</a:t>
          </a:r>
        </a:p>
      </dsp:txBody>
      <dsp:txXfrm rot="-5400000">
        <a:off x="5301313" y="799875"/>
        <a:ext cx="1332280" cy="1332280"/>
      </dsp:txXfrm>
    </dsp:sp>
    <dsp:sp modelId="{0E0151AF-B710-49B1-BC0F-FD3C9151211D}">
      <dsp:nvSpPr>
        <dsp:cNvPr id="0" name=""/>
        <dsp:cNvSpPr/>
      </dsp:nvSpPr>
      <dsp:spPr>
        <a:xfrm rot="10800000">
          <a:off x="5301313" y="2219182"/>
          <a:ext cx="1884129" cy="1884129"/>
        </a:xfrm>
        <a:prstGeom prst="pieWedg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How</a:t>
          </a:r>
        </a:p>
      </dsp:txBody>
      <dsp:txXfrm rot="10800000">
        <a:off x="5301313" y="2219182"/>
        <a:ext cx="1332280" cy="1332280"/>
      </dsp:txXfrm>
    </dsp:sp>
    <dsp:sp modelId="{819495A2-F861-4361-9E29-A308D02D432C}">
      <dsp:nvSpPr>
        <dsp:cNvPr id="0" name=""/>
        <dsp:cNvSpPr/>
      </dsp:nvSpPr>
      <dsp:spPr>
        <a:xfrm rot="16200000">
          <a:off x="3330157" y="2219182"/>
          <a:ext cx="1884129" cy="1884129"/>
        </a:xfrm>
        <a:prstGeom prst="pieWedg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Why</a:t>
          </a:r>
        </a:p>
      </dsp:txBody>
      <dsp:txXfrm rot="5400000">
        <a:off x="3882006" y="2219182"/>
        <a:ext cx="1332280" cy="1332280"/>
      </dsp:txXfrm>
    </dsp:sp>
    <dsp:sp modelId="{87E1CC2C-5D76-4821-82DC-182AEF34DB02}">
      <dsp:nvSpPr>
        <dsp:cNvPr id="0" name=""/>
        <dsp:cNvSpPr/>
      </dsp:nvSpPr>
      <dsp:spPr>
        <a:xfrm>
          <a:off x="4932537" y="1784048"/>
          <a:ext cx="650525" cy="565673"/>
        </a:xfrm>
        <a:prstGeom prst="circular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B2E99-DEC1-44FE-9D7F-B6944773E314}">
      <dsp:nvSpPr>
        <dsp:cNvPr id="0" name=""/>
        <dsp:cNvSpPr/>
      </dsp:nvSpPr>
      <dsp:spPr>
        <a:xfrm rot="10800000">
          <a:off x="4932537" y="2001615"/>
          <a:ext cx="650525" cy="565673"/>
        </a:xfrm>
        <a:prstGeom prst="circular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8AF0F-682F-497F-A2D4-A5627FA65562}">
      <dsp:nvSpPr>
        <dsp:cNvPr id="0" name=""/>
        <dsp:cNvSpPr/>
      </dsp:nvSpPr>
      <dsp:spPr>
        <a:xfrm rot="5400000">
          <a:off x="-187080" y="187753"/>
          <a:ext cx="1247202" cy="8730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 rot="-5400000">
        <a:off x="1" y="437194"/>
        <a:ext cx="873041" cy="374161"/>
      </dsp:txXfrm>
    </dsp:sp>
    <dsp:sp modelId="{71AE2F5C-3BE6-4740-8982-6E200CF5145B}">
      <dsp:nvSpPr>
        <dsp:cNvPr id="0" name=""/>
        <dsp:cNvSpPr/>
      </dsp:nvSpPr>
      <dsp:spPr>
        <a:xfrm rot="5400000">
          <a:off x="1975196" y="-1101481"/>
          <a:ext cx="810681" cy="30149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Raw Data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Meta Data</a:t>
          </a:r>
        </a:p>
      </dsp:txBody>
      <dsp:txXfrm rot="-5400000">
        <a:off x="873041" y="40248"/>
        <a:ext cx="2975417" cy="731533"/>
      </dsp:txXfrm>
    </dsp:sp>
    <dsp:sp modelId="{F47139F1-1709-45B4-8402-611454850EC8}">
      <dsp:nvSpPr>
        <dsp:cNvPr id="0" name=""/>
        <dsp:cNvSpPr/>
      </dsp:nvSpPr>
      <dsp:spPr>
        <a:xfrm rot="5400000">
          <a:off x="-187080" y="1235122"/>
          <a:ext cx="1247202" cy="8730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 rot="-5400000">
        <a:off x="1" y="1484563"/>
        <a:ext cx="873041" cy="374161"/>
      </dsp:txXfrm>
    </dsp:sp>
    <dsp:sp modelId="{0494077F-DD11-4470-9830-9F1E519A2537}">
      <dsp:nvSpPr>
        <dsp:cNvPr id="0" name=""/>
        <dsp:cNvSpPr/>
      </dsp:nvSpPr>
      <dsp:spPr>
        <a:xfrm rot="5400000">
          <a:off x="1975196" y="-54113"/>
          <a:ext cx="810681" cy="30149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QC (Quality Control)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Tag removal</a:t>
          </a:r>
        </a:p>
      </dsp:txBody>
      <dsp:txXfrm rot="-5400000">
        <a:off x="873041" y="1087616"/>
        <a:ext cx="2975417" cy="731533"/>
      </dsp:txXfrm>
    </dsp:sp>
    <dsp:sp modelId="{0BF4B517-8657-43B4-9AC7-D3B1F7B77E8C}">
      <dsp:nvSpPr>
        <dsp:cNvPr id="0" name=""/>
        <dsp:cNvSpPr/>
      </dsp:nvSpPr>
      <dsp:spPr>
        <a:xfrm rot="5400000">
          <a:off x="-187080" y="2282490"/>
          <a:ext cx="1247202" cy="8730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 rot="-5400000">
        <a:off x="1" y="2531931"/>
        <a:ext cx="873041" cy="374161"/>
      </dsp:txXfrm>
    </dsp:sp>
    <dsp:sp modelId="{3562A873-7959-4AD8-936E-91CE1CA6B9F2}">
      <dsp:nvSpPr>
        <dsp:cNvPr id="0" name=""/>
        <dsp:cNvSpPr/>
      </dsp:nvSpPr>
      <dsp:spPr>
        <a:xfrm rot="5400000">
          <a:off x="1975196" y="993255"/>
          <a:ext cx="810681" cy="30149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Qiime2 classification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/>
            <a:t>Python Visualisation</a:t>
          </a:r>
        </a:p>
      </dsp:txBody>
      <dsp:txXfrm rot="-5400000">
        <a:off x="873041" y="2134984"/>
        <a:ext cx="2975417" cy="7315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ED0D2-02BF-6E3D-AD58-E2DC76BDE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A13F7-EE70-DF97-D3B3-F58EE23B2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547C8-87A0-237B-B6DE-B95423A1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2E664-58FC-8A05-A16A-A88A826D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73166-5C8B-1A15-389B-4E1C73A4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4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A27E-B650-4503-53A2-62740F36B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23F2C-F108-43AC-DCE8-1E1FE2569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E974A-C93E-2720-D0C1-9075DACA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128F5-88D2-B8D3-B86A-4279B217A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9B12-6031-19C6-488C-812B0776D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31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BEC1B-B61B-EE49-38A1-1E0A64801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55EC1-8617-A3F4-7CB2-440B0A333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60EE7-F63C-12CF-9F63-0E8D93286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BDB3-E66C-0A27-9C3D-12603FDF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C1A68-A1E8-B34A-97A5-7B5AF53C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84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C931-A0B5-6EDA-CF7F-CD1EB262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40D3A-24EB-797F-0D15-8095D3FFA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8536F-A2F4-03BA-51B2-5480F47B8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A170-9B62-4678-667D-6CCF69FD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889A9-4903-C4AB-7FBA-1D68F9A8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6E28E-7A80-DBB4-3BB5-AF212B6F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35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F49B-85EA-C2E5-1BFD-B4D991231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B580E-9F56-8FA4-A54D-AD092E113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1C132-5409-A4B1-E3E7-9E130C69B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258762-B296-CC81-F603-7C8DA5302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810911-4B4D-E524-3D31-983D54E0C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556B26-670F-8E83-D2AE-61EC0127B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0FC487-173F-290F-7E9D-2DA06018F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26AEC3-3657-C4E6-833B-44E76CA4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85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13C0-204B-299D-AE2D-4BF86C9D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9E6F7-6488-8FD6-904A-3440A24FD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AF87F-F6E3-619A-FB8B-6F9A93C4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890509-A7AF-C456-1B6E-E5968D41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76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AFA0B4-53BC-7EFF-362B-9742E56E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A8F0-BEA0-0377-3E4D-E7F209C0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01A62-B877-6B34-1DBC-9DBD7F56F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25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5E6B-8817-A170-EB2B-02F858EA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7BA03-8095-765E-8124-AE2122153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4983-8C3F-BF71-3660-30284A856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F973E-DE28-A4DC-95F2-C9D71EC8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899C0-5F09-8237-4E73-1FB7F2F4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7F33C-5ABF-A7C8-E7CC-E2306E70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2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AE14-A51A-B11E-8B9C-BC0110FD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6F2A12-C311-4888-CC79-7A86BFECA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AFB85-4CCB-923E-D538-0E1E5A205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1236D-2505-93C5-8FA8-D5B18E3A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2F38C-769A-DD29-4DE3-CD85A8A9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6EDE4-B98B-1CBF-E69F-2E8D9D5D1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47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3D9D-6382-8E31-F012-4D431A44C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3415B-B505-1083-CB67-A3304746F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465FB-C697-68A8-2BE6-2018E8F0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40E93-7A93-BB58-3A45-1BBD0F8D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6048A-88AB-F2E4-59EC-8CBC5B13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453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56B1F-0774-DE45-7EC2-8E2949DC4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3EE27-97E5-B339-154F-9295A7E53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33A13-5FEA-6117-99EA-39A31068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15F9D-57A6-C35E-4252-DE62DC4F0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41BDA-092A-407D-79B6-9EE265B2B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34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D1ECA6-C7BF-35EE-CA17-824AC9F5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98C5B-89AC-EF87-1D28-EEFD252DA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F7E7A-7345-80E2-8140-EDEE858C17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10370-0E8A-41F7-8CA3-70469AAED278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62498-2EFC-BC4E-8238-DD18D7E39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7A32-2801-9790-767C-C8937B9AE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97BF2-28C7-417B-BA4F-7FB89E59F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55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04C3-52B4-D2E8-3943-3EB821FA54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Humanisation Of Cattle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C7B1A-574E-3A28-A5E0-E3E6B8883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Gut Microbiome</a:t>
            </a:r>
          </a:p>
        </p:txBody>
      </p:sp>
    </p:spTree>
    <p:extLst>
      <p:ext uri="{BB962C8B-B14F-4D97-AF65-F5344CB8AC3E}">
        <p14:creationId xmlns:p14="http://schemas.microsoft.com/office/powerpoint/2010/main" val="208059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E6BE-C6F1-E48E-227D-936344D31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accent2"/>
                </a:solidFill>
              </a:rPr>
              <a:t>What happens to a cattle microbiome in a human world?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84C166-0D51-B905-FE33-928053DF5B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97534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234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FE70-61C1-C8CC-9BBB-D53CCB4D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Way of Living Besides Human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6FBAF-1171-C059-838A-08B9C9611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Domestic Cattle</a:t>
            </a:r>
          </a:p>
          <a:p>
            <a:pPr lvl="1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Managed Proximity</a:t>
            </a:r>
          </a:p>
          <a:p>
            <a:pPr lvl="1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Thousand years of cultural management</a:t>
            </a:r>
          </a:p>
          <a:p>
            <a:pPr lvl="1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Controlled Diet</a:t>
            </a:r>
          </a:p>
          <a:p>
            <a:pPr lvl="1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Very less antibiotic exposure</a:t>
            </a:r>
          </a:p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Urban Stray Cattle</a:t>
            </a:r>
          </a:p>
          <a:p>
            <a:pPr lvl="1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Shared street and public spaces</a:t>
            </a:r>
          </a:p>
          <a:p>
            <a:pPr lvl="1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Variable food and environmental exposure</a:t>
            </a:r>
          </a:p>
          <a:p>
            <a:pPr lvl="1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Rely on Scavenged food and waste </a:t>
            </a:r>
          </a:p>
          <a:p>
            <a:pPr lvl="1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Highly antibiotic exposure</a:t>
            </a:r>
          </a:p>
        </p:txBody>
      </p:sp>
    </p:spTree>
    <p:extLst>
      <p:ext uri="{BB962C8B-B14F-4D97-AF65-F5344CB8AC3E}">
        <p14:creationId xmlns:p14="http://schemas.microsoft.com/office/powerpoint/2010/main" val="2033998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AAEE-3704-D2DC-29EB-0A237CEB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Between Two Group There is </a:t>
            </a:r>
            <a:r>
              <a:rPr lang="en-IN" u="sng" dirty="0">
                <a:solidFill>
                  <a:schemeClr val="accent2"/>
                </a:solidFill>
              </a:rPr>
              <a:t>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9CDA-3D99-C587-7291-8D0ED3D50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Measurable Humanisation Signature</a:t>
            </a:r>
          </a:p>
          <a:p>
            <a:r>
              <a:rPr lang="en-IN" dirty="0"/>
              <a:t>Identify microbial difference</a:t>
            </a:r>
          </a:p>
          <a:p>
            <a:r>
              <a:rPr lang="en-IN" dirty="0"/>
              <a:t>Understanding the influence of human-associated environments</a:t>
            </a:r>
          </a:p>
          <a:p>
            <a:r>
              <a:rPr lang="en-IN" dirty="0"/>
              <a:t>Understanding host microbiome interactions</a:t>
            </a:r>
          </a:p>
          <a:p>
            <a:r>
              <a:rPr lang="en-IN" dirty="0"/>
              <a:t>Detecting antimicrobial resistance genes</a:t>
            </a:r>
          </a:p>
          <a:p>
            <a:r>
              <a:rPr lang="en-IN" dirty="0"/>
              <a:t>Assessing potential zoonotic risk</a:t>
            </a:r>
          </a:p>
          <a:p>
            <a:r>
              <a:rPr lang="en-IN" dirty="0"/>
              <a:t>Identifying microbial biomarkers</a:t>
            </a:r>
          </a:p>
          <a:p>
            <a:r>
              <a:rPr lang="en-IN" dirty="0"/>
              <a:t>Understanding environmental adaptations</a:t>
            </a:r>
          </a:p>
          <a:p>
            <a:r>
              <a:rPr lang="en-IN" dirty="0"/>
              <a:t>Improving livestock health and management</a:t>
            </a:r>
          </a:p>
          <a:p>
            <a:r>
              <a:rPr lang="en-IN" dirty="0"/>
              <a:t>Supporting One health </a:t>
            </a:r>
            <a:r>
              <a:rPr lang="en-IN" dirty="0" err="1"/>
              <a:t>surveilance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5988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6CDB7-7E2B-097C-4E4A-884CA0163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 Question 4 Linked Dataset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603C84-2C39-115D-52B8-99634BDBA9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5147012"/>
              </p:ext>
            </p:extLst>
          </p:nvPr>
        </p:nvGraphicFramePr>
        <p:xfrm>
          <a:off x="668518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8580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1728F-336F-AE6D-78F9-D8E6B8663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Faecal Matter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CD2B4-6A6C-E3E2-94A9-C48C9FD8F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u="sng" dirty="0"/>
              <a:t>Select Geographical area</a:t>
            </a:r>
          </a:p>
          <a:p>
            <a:pPr lvl="1"/>
            <a:r>
              <a:rPr lang="en-IN" dirty="0"/>
              <a:t>Two district from assam: 2 village sample and 2 urban cattle from district headquarters from each district</a:t>
            </a:r>
          </a:p>
          <a:p>
            <a:pPr lvl="1"/>
            <a:r>
              <a:rPr lang="en-IN" dirty="0"/>
              <a:t>Village and city proximity is necessary for relatedness and similar climatic condition</a:t>
            </a:r>
          </a:p>
          <a:p>
            <a:r>
              <a:rPr lang="en-IN" b="1" u="sng" dirty="0"/>
              <a:t>Select breed</a:t>
            </a:r>
          </a:p>
          <a:p>
            <a:pPr lvl="1"/>
            <a:r>
              <a:rPr lang="en-IN" dirty="0"/>
              <a:t>Select exact same breed and gender for uniformity</a:t>
            </a:r>
          </a:p>
          <a:p>
            <a:pPr lvl="1"/>
            <a:r>
              <a:rPr lang="en-IN" dirty="0"/>
              <a:t>And to avoid breed related gut microbiota fluctuation</a:t>
            </a:r>
          </a:p>
          <a:p>
            <a:r>
              <a:rPr lang="en-IN" b="1" u="sng" dirty="0"/>
              <a:t>Collect Faecal matter</a:t>
            </a:r>
          </a:p>
          <a:p>
            <a:pPr lvl="1"/>
            <a:r>
              <a:rPr lang="en-IN" dirty="0"/>
              <a:t>Collect fresh faecal matter to avoid DNA decay</a:t>
            </a:r>
          </a:p>
          <a:p>
            <a:pPr lvl="1"/>
            <a:r>
              <a:rPr lang="en-IN" dirty="0"/>
              <a:t>And external contamination from air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599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7511-A965-E071-2F60-565E12EB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9C48E-CD96-F888-E1D7-A7F421871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Send for Sequencing (</a:t>
            </a:r>
            <a:r>
              <a:rPr lang="en-IN" b="1" u="sng" dirty="0"/>
              <a:t>Metagenomics</a:t>
            </a:r>
            <a:r>
              <a:rPr lang="en-IN" dirty="0"/>
              <a:t>)</a:t>
            </a:r>
          </a:p>
          <a:p>
            <a:r>
              <a:rPr lang="en-IN" dirty="0"/>
              <a:t>Verify the data quality </a:t>
            </a:r>
          </a:p>
          <a:p>
            <a:r>
              <a:rPr lang="en-IN" dirty="0"/>
              <a:t>Accept if satisfied or send for rerun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1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9E98-BA92-706E-F046-308DC63E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Bioinformatics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D0402-B040-E59E-25AC-FD8882EE8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Meta Genomics</a:t>
            </a:r>
          </a:p>
          <a:p>
            <a:pPr lvl="1"/>
            <a:r>
              <a:rPr lang="en-IN" dirty="0"/>
              <a:t>Classify all microbiota till order and genus level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1EADC71-EC45-23E3-608F-8ADDE2CCFF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198397"/>
              </p:ext>
            </p:extLst>
          </p:nvPr>
        </p:nvGraphicFramePr>
        <p:xfrm>
          <a:off x="3436594" y="2833677"/>
          <a:ext cx="3888033" cy="3343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6586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7E8B-7609-3790-788C-6B5D75B2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Step: 4 : Functional </a:t>
            </a:r>
            <a:r>
              <a:rPr lang="en-IN" dirty="0" err="1"/>
              <a:t>Anootation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1390A-4A1F-4C55-9B5F-BA7A0D7ED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 analysis</a:t>
            </a:r>
          </a:p>
          <a:p>
            <a:pPr lvl="1"/>
            <a:r>
              <a:rPr lang="en-IN" dirty="0"/>
              <a:t>Categorise into functional group</a:t>
            </a:r>
          </a:p>
          <a:p>
            <a:pPr lvl="1"/>
            <a:r>
              <a:rPr lang="en-IN" dirty="0"/>
              <a:t>Gene Ontology Data base available on the internet </a:t>
            </a:r>
            <a:br>
              <a:rPr lang="en-IN" dirty="0"/>
            </a:br>
            <a:r>
              <a:rPr lang="en-IN" dirty="0"/>
              <a:t>Align with the data base and produce functional analysis </a:t>
            </a:r>
          </a:p>
        </p:txBody>
      </p:sp>
    </p:spTree>
    <p:extLst>
      <p:ext uri="{BB962C8B-B14F-4D97-AF65-F5344CB8AC3E}">
        <p14:creationId xmlns:p14="http://schemas.microsoft.com/office/powerpoint/2010/main" val="1261735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D935-9041-7A38-C577-90BDC331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5: Pathway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9AC8A-EEA3-8F57-9F8B-619629F28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sng" dirty="0"/>
              <a:t>KEGG analysis</a:t>
            </a:r>
          </a:p>
          <a:p>
            <a:pPr lvl="1"/>
            <a:r>
              <a:rPr lang="en-IN" dirty="0"/>
              <a:t>Kyoto encyclopaedia of gene and genome</a:t>
            </a:r>
          </a:p>
          <a:p>
            <a:pPr lvl="1"/>
            <a:r>
              <a:rPr lang="en-IN" dirty="0"/>
              <a:t>It can give us metabolic pathway of the ‘specific group of Microbiota’ is  involved in</a:t>
            </a:r>
          </a:p>
          <a:p>
            <a:r>
              <a:rPr lang="en-IN" b="1" u="sng" dirty="0"/>
              <a:t>Network analysis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We can do network analysis of different pathway we discovered around functional group</a:t>
            </a:r>
          </a:p>
        </p:txBody>
      </p:sp>
    </p:spTree>
    <p:extLst>
      <p:ext uri="{BB962C8B-B14F-4D97-AF65-F5344CB8AC3E}">
        <p14:creationId xmlns:p14="http://schemas.microsoft.com/office/powerpoint/2010/main" val="4270545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4C44-F219-5F82-2B88-7D1A92D0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2A59F-9A8C-2FC8-474B-BC054449E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Compare the Two population</a:t>
            </a:r>
          </a:p>
          <a:p>
            <a:r>
              <a:rPr lang="en-IN" dirty="0"/>
              <a:t>Perform Statistical analysis</a:t>
            </a:r>
          </a:p>
        </p:txBody>
      </p:sp>
    </p:spTree>
    <p:extLst>
      <p:ext uri="{BB962C8B-B14F-4D97-AF65-F5344CB8AC3E}">
        <p14:creationId xmlns:p14="http://schemas.microsoft.com/office/powerpoint/2010/main" val="3279154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332F1-269F-DCB8-D9C0-102D245E8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1FE9-0A78-5BB2-3F01-E221D438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Biological Interpretation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0966A-1F77-7D88-6F78-7BF69D1A9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sng" dirty="0"/>
              <a:t>Translating omics Findings</a:t>
            </a:r>
          </a:p>
          <a:p>
            <a:pPr lvl="1"/>
            <a:r>
              <a:rPr lang="en-IN" dirty="0"/>
              <a:t>Identify key microbial differences</a:t>
            </a:r>
          </a:p>
          <a:p>
            <a:pPr lvl="1"/>
            <a:r>
              <a:rPr lang="en-IN" dirty="0"/>
              <a:t>Understand diet-Microbiome relationship</a:t>
            </a:r>
          </a:p>
          <a:p>
            <a:pPr lvl="1"/>
            <a:r>
              <a:rPr lang="en-IN" dirty="0" err="1"/>
              <a:t>Interprete</a:t>
            </a:r>
            <a:r>
              <a:rPr lang="en-IN" dirty="0"/>
              <a:t> active microbial functions</a:t>
            </a:r>
          </a:p>
          <a:p>
            <a:pPr lvl="1"/>
            <a:r>
              <a:rPr lang="en-IN" dirty="0"/>
              <a:t>Explore host microbiome interactions</a:t>
            </a:r>
          </a:p>
          <a:p>
            <a:r>
              <a:rPr lang="en-IN" b="1" u="sng" dirty="0"/>
              <a:t>One Health Implications</a:t>
            </a:r>
          </a:p>
          <a:p>
            <a:pPr lvl="1"/>
            <a:r>
              <a:rPr lang="en-IN" dirty="0"/>
              <a:t>Identify potential zoonotic risks.</a:t>
            </a:r>
          </a:p>
          <a:p>
            <a:pPr lvl="1"/>
            <a:r>
              <a:rPr lang="en-IN" dirty="0"/>
              <a:t>Assess antimicrobial resistance </a:t>
            </a:r>
            <a:r>
              <a:rPr lang="en-IN" dirty="0" err="1"/>
              <a:t>resistance</a:t>
            </a:r>
            <a:r>
              <a:rPr lang="en-IN" dirty="0"/>
              <a:t> patterns</a:t>
            </a:r>
          </a:p>
          <a:p>
            <a:pPr lvl="1"/>
            <a:r>
              <a:rPr lang="en-IN" dirty="0"/>
              <a:t>Evaluate environmental influence</a:t>
            </a:r>
          </a:p>
          <a:p>
            <a:pPr lvl="1"/>
            <a:r>
              <a:rPr lang="en-IN" dirty="0"/>
              <a:t>Identify potential microbial biomarkers.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877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8A65-2BF8-21FD-D1E6-32506760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7 :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737DA-9AD0-FD61-3C8F-51535A9D6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General Integrated evidence for Animal, Human and Environmental Interaction</a:t>
            </a:r>
          </a:p>
          <a:p>
            <a:r>
              <a:rPr lang="en-IN" dirty="0"/>
              <a:t>One health PERSPECTIVE of stray cattle population</a:t>
            </a:r>
          </a:p>
          <a:p>
            <a:r>
              <a:rPr lang="en-IN" dirty="0" err="1"/>
              <a:t>Assesment</a:t>
            </a:r>
            <a:r>
              <a:rPr lang="en-IN" dirty="0"/>
              <a:t> of current Antibiotic resistance gene penetration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863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7BF-5A5F-9AE4-3CCE-34B0BDF1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8: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A752E-1C74-9029-9F47-8EA39E22C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Improved  livestock health management</a:t>
            </a:r>
          </a:p>
          <a:p>
            <a:r>
              <a:rPr lang="en-IN" dirty="0"/>
              <a:t>Early identification of microbial health indicators </a:t>
            </a:r>
          </a:p>
          <a:p>
            <a:r>
              <a:rPr lang="en-IN" dirty="0"/>
              <a:t>Antimicrobial RESISTANCE surveillance </a:t>
            </a:r>
          </a:p>
          <a:p>
            <a:r>
              <a:rPr lang="en-IN" dirty="0"/>
              <a:t>Environmental and public health monitoring </a:t>
            </a:r>
          </a:p>
          <a:p>
            <a:r>
              <a:rPr lang="en-IN" dirty="0"/>
              <a:t>Aid in development of microbiome-based intervention </a:t>
            </a:r>
          </a:p>
          <a:p>
            <a:r>
              <a:rPr lang="en-IN" dirty="0"/>
              <a:t>Gateway for Future one-health research</a:t>
            </a:r>
          </a:p>
        </p:txBody>
      </p:sp>
    </p:spTree>
    <p:extLst>
      <p:ext uri="{BB962C8B-B14F-4D97-AF65-F5344CB8AC3E}">
        <p14:creationId xmlns:p14="http://schemas.microsoft.com/office/powerpoint/2010/main" val="1476983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467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Humanisation Of Cattle</vt:lpstr>
      <vt:lpstr>What happens to a cattle microbiome in a human world?</vt:lpstr>
      <vt:lpstr>Two Way of Living Besides Human</vt:lpstr>
      <vt:lpstr>Between Two Group There is Signal</vt:lpstr>
      <vt:lpstr>One Question 4 Linked Dataset</vt:lpstr>
      <vt:lpstr>Step 1: Faecal Matter Collection</vt:lpstr>
      <vt:lpstr>Step 2 Sequencing</vt:lpstr>
      <vt:lpstr>Step 3: Bioinformatics pipeline</vt:lpstr>
      <vt:lpstr>Step: 4 : Functional Anootation</vt:lpstr>
      <vt:lpstr>Step 5: Pathway analysis</vt:lpstr>
      <vt:lpstr>Step 6: Data analysis</vt:lpstr>
      <vt:lpstr>Step 6: Biological Interpretation </vt:lpstr>
      <vt:lpstr>Step 7 : Outcome</vt:lpstr>
      <vt:lpstr>Step 8: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Ranjana Acharya</dc:creator>
  <cp:lastModifiedBy>Ranjana Acharya</cp:lastModifiedBy>
  <cp:revision>2</cp:revision>
  <dcterms:created xsi:type="dcterms:W3CDTF">2026-09-23T08:22:32Z</dcterms:created>
  <dcterms:modified xsi:type="dcterms:W3CDTF">2026-09-23T15:09:38Z</dcterms:modified>
</cp:coreProperties>
</file>